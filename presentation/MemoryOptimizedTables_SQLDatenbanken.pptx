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58" r:id="rId1"/>
  </p:sldMasterIdLst>
  <p:notesMasterIdLst>
    <p:notesMasterId r:id="rId12"/>
  </p:notesMasterIdLst>
  <p:sldIdLst>
    <p:sldId id="256" r:id="rId2"/>
    <p:sldId id="260" r:id="rId3"/>
    <p:sldId id="257" r:id="rId4"/>
    <p:sldId id="264" r:id="rId5"/>
    <p:sldId id="267" r:id="rId6"/>
    <p:sldId id="259" r:id="rId7"/>
    <p:sldId id="262" r:id="rId8"/>
    <p:sldId id="261" r:id="rId9"/>
    <p:sldId id="266" r:id="rId10"/>
    <p:sldId id="265" r:id="rId11"/>
  </p:sldIdLst>
  <p:sldSz cx="12192000" cy="6858000"/>
  <p:notesSz cx="6858000" cy="9144000"/>
  <p:defaultTextStyle>
    <a:defPPr>
      <a:defRPr lang="en-CH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howGuides="1">
      <p:cViewPr>
        <p:scale>
          <a:sx n="77" d="100"/>
          <a:sy n="77" d="100"/>
        </p:scale>
        <p:origin x="465" y="267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H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0B750DF-DCB7-4C86-AE8F-4F3AE2390C9E}" type="datetimeFigureOut">
              <a:rPr lang="en-CH" smtClean="0"/>
              <a:t>25.02.2026</a:t>
            </a:fld>
            <a:endParaRPr lang="en-CH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H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H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46B84B8-74CB-4495-A8F2-04F65146C792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45607064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CH" sz="1200" dirty="0"/>
              <a:t>Disk basiert </a:t>
            </a:r>
            <a:r>
              <a:rPr lang="en-GB" sz="1200" dirty="0" err="1"/>
              <a:t>Volles</a:t>
            </a:r>
            <a:r>
              <a:rPr lang="en-GB" sz="1200" dirty="0"/>
              <a:t> SQL Feature Set*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CH" dirty="0"/>
              <a:t> Klassische Indexvarianten (</a:t>
            </a:r>
            <a:r>
              <a:rPr lang="de-CH" dirty="0" err="1"/>
              <a:t>Clustered</a:t>
            </a:r>
            <a:r>
              <a:rPr lang="de-CH" dirty="0"/>
              <a:t>, </a:t>
            </a:r>
            <a:r>
              <a:rPr lang="de-CH" dirty="0" err="1"/>
              <a:t>Nonclustered</a:t>
            </a:r>
            <a:r>
              <a:rPr lang="de-CH" dirty="0"/>
              <a:t> etc. </a:t>
            </a:r>
            <a:r>
              <a:rPr lang="de-CH" dirty="0" err="1"/>
              <a:t>Colmnstore</a:t>
            </a:r>
            <a:r>
              <a:rPr lang="de-CH" dirty="0"/>
              <a:t>, T-SQL Konstrukte wie </a:t>
            </a:r>
            <a:r>
              <a:rPr lang="de-CH" dirty="0" err="1"/>
              <a:t>stored</a:t>
            </a:r>
            <a:r>
              <a:rPr lang="de-CH" dirty="0"/>
              <a:t> </a:t>
            </a:r>
            <a:r>
              <a:rPr lang="de-CH" dirty="0" err="1"/>
              <a:t>Procedures</a:t>
            </a:r>
            <a:r>
              <a:rPr lang="de-CH" dirty="0"/>
              <a:t>, Funktionen, Triggern, alle </a:t>
            </a:r>
            <a:r>
              <a:rPr lang="de-CH" dirty="0" err="1"/>
              <a:t>üblgichen</a:t>
            </a:r>
            <a:r>
              <a:rPr lang="de-CH" dirty="0"/>
              <a:t> </a:t>
            </a:r>
            <a:r>
              <a:rPr lang="de-CH" dirty="0" err="1"/>
              <a:t>constraits</a:t>
            </a:r>
            <a:r>
              <a:rPr lang="de-CH" dirty="0"/>
              <a:t> /DDL Operationen //   </a:t>
            </a:r>
            <a:r>
              <a:rPr lang="de-DE" dirty="0"/>
              <a:t>In einer Transaktion können beide Typen kombiniert werden, meist mit READ </a:t>
            </a:r>
            <a:r>
              <a:rPr lang="de-DE" dirty="0" err="1"/>
              <a:t>COMMITTED</a:t>
            </a:r>
            <a:r>
              <a:rPr lang="de-DE" dirty="0"/>
              <a:t> für Disk‑Tabellen und </a:t>
            </a:r>
            <a:r>
              <a:rPr lang="de-DE" dirty="0" err="1"/>
              <a:t>SERIALIZABLE</a:t>
            </a:r>
            <a:r>
              <a:rPr lang="de-DE" dirty="0"/>
              <a:t>‑ähnlicher Isolation für in </a:t>
            </a:r>
            <a:r>
              <a:rPr lang="de-DE" dirty="0" err="1"/>
              <a:t>memory</a:t>
            </a:r>
            <a:r>
              <a:rPr lang="de-DE" dirty="0"/>
              <a:t> Tabellen</a:t>
            </a:r>
            <a:endParaRPr lang="en-CH" dirty="0"/>
          </a:p>
          <a:p>
            <a:endParaRPr lang="de-CH" dirty="0"/>
          </a:p>
          <a:p>
            <a:endParaRPr lang="de-CH" dirty="0"/>
          </a:p>
          <a:p>
            <a:endParaRPr lang="en-C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6B84B8-74CB-4495-A8F2-04F65146C792}" type="slidenum">
              <a:rPr lang="en-CH" smtClean="0"/>
              <a:t>4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3089147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6B84B8-74CB-4495-A8F2-04F65146C792}" type="slidenum">
              <a:rPr lang="en-CH" smtClean="0"/>
              <a:t>8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83470538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Photo 1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CA9A80D3-2272-ED0F-EBF4-34428557569F}"/>
              </a:ext>
            </a:extLst>
          </p:cNvPr>
          <p:cNvSpPr/>
          <p:nvPr/>
        </p:nvSpPr>
        <p:spPr>
          <a:xfrm>
            <a:off x="-1" y="0"/>
            <a:ext cx="12192001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1F71E75-F7A2-7C1F-EF86-C5186E904883}"/>
              </a:ext>
            </a:extLst>
          </p:cNvPr>
          <p:cNvSpPr/>
          <p:nvPr/>
        </p:nvSpPr>
        <p:spPr>
          <a:xfrm>
            <a:off x="-4262" y="0"/>
            <a:ext cx="7547339" cy="6858002"/>
          </a:xfrm>
          <a:prstGeom prst="rect">
            <a:avLst/>
          </a:prstGeom>
          <a:gradFill>
            <a:gsLst>
              <a:gs pos="6000">
                <a:schemeClr val="accent5"/>
              </a:gs>
              <a:gs pos="100000">
                <a:schemeClr val="accent2"/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AB4E0A7-C9D3-8408-2EE0-E46AF38E815F}"/>
              </a:ext>
            </a:extLst>
          </p:cNvPr>
          <p:cNvSpPr/>
          <p:nvPr/>
        </p:nvSpPr>
        <p:spPr>
          <a:xfrm rot="10800000">
            <a:off x="-4285" y="-3"/>
            <a:ext cx="7547361" cy="6857999"/>
          </a:xfrm>
          <a:prstGeom prst="rect">
            <a:avLst/>
          </a:prstGeom>
          <a:gradFill>
            <a:gsLst>
              <a:gs pos="43000">
                <a:schemeClr val="accent2">
                  <a:alpha val="0"/>
                </a:schemeClr>
              </a:gs>
              <a:gs pos="100000">
                <a:schemeClr val="accent2">
                  <a:lumMod val="7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373CB42-010B-9ABE-75EF-F502B4A9F42C}"/>
              </a:ext>
            </a:extLst>
          </p:cNvPr>
          <p:cNvSpPr/>
          <p:nvPr/>
        </p:nvSpPr>
        <p:spPr>
          <a:xfrm rot="16200000">
            <a:off x="1156173" y="-1160457"/>
            <a:ext cx="5226425" cy="7547338"/>
          </a:xfrm>
          <a:prstGeom prst="rect">
            <a:avLst/>
          </a:prstGeom>
          <a:gradFill>
            <a:gsLst>
              <a:gs pos="50000">
                <a:schemeClr val="accent5">
                  <a:alpha val="0"/>
                </a:schemeClr>
              </a:gs>
              <a:gs pos="100000">
                <a:schemeClr val="accent5">
                  <a:lumMod val="60000"/>
                  <a:lumOff val="40000"/>
                </a:schemeClr>
              </a:gs>
            </a:gsLst>
            <a:lin ang="1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648" y="502920"/>
            <a:ext cx="5852160" cy="295351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5400" dirty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12648" y="4544568"/>
            <a:ext cx="4681728" cy="1591056"/>
          </a:xfrm>
        </p:spPr>
        <p:txBody>
          <a:bodyPr vert="horz" lIns="91440" tIns="45720" rIns="91440" bIns="45720" rtlCol="0" anchor="ctr">
            <a:normAutofit/>
          </a:bodyPr>
          <a:lstStyle>
            <a:lvl1pPr marL="0" indent="0">
              <a:buNone/>
              <a:defRPr lang="en-US" sz="2000" dirty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edit Master subtitle style</a:t>
            </a: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F98245A6-7E39-43E3-BB93-77F622756065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00431E1F-9861-6E9A-6FDA-9450A0A9109C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4617720" y="6318504"/>
            <a:ext cx="2153412" cy="36576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29CF56E-D922-4450-9794-8B0E1451F6EB}" type="datetime1">
              <a:rPr lang="en-US" smtClean="0"/>
              <a:t>2/25/2026</a:t>
            </a:fld>
            <a:endParaRPr lang="en-US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43C4D8A9-0078-62DC-A293-9B6083ED649D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6688836" y="6318504"/>
            <a:ext cx="493776" cy="36576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37C87932-7DAB-7F93-5E51-7AEEA5AC7FEA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7534656" y="0"/>
            <a:ext cx="4654296" cy="6858000"/>
          </a:xfrm>
          <a:blipFill dpi="0" rotWithShape="1">
            <a:blip r:embed="rId2">
              <a:alphaModFix amt="7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82852859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3EACE7F8-A7D9-2E2C-2B0B-0DB8D7168A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 rot="10800000">
            <a:off x="0" y="6743026"/>
            <a:ext cx="12207200" cy="123363"/>
            <a:chOff x="-5025" y="6737718"/>
            <a:chExt cx="12207200" cy="123363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DB768309-21D1-59BA-F479-9F846B9A0FB2}"/>
                </a:ext>
              </a:extLst>
            </p:cNvPr>
            <p:cNvSpPr/>
            <p:nvPr/>
          </p:nvSpPr>
          <p:spPr>
            <a:xfrm rot="5400000" flipH="1">
              <a:off x="6036894" y="695800"/>
              <a:ext cx="123362" cy="12207199"/>
            </a:xfrm>
            <a:prstGeom prst="rect">
              <a:avLst/>
            </a:prstGeom>
            <a:gradFill>
              <a:gsLst>
                <a:gs pos="0">
                  <a:schemeClr val="accent5"/>
                </a:gs>
                <a:gs pos="100000">
                  <a:schemeClr val="accent2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E3D94F90-5391-9976-036B-C34C2C30448C}"/>
                </a:ext>
              </a:extLst>
            </p:cNvPr>
            <p:cNvSpPr/>
            <p:nvPr/>
          </p:nvSpPr>
          <p:spPr>
            <a:xfrm rot="16200000">
              <a:off x="9176406" y="3835311"/>
              <a:ext cx="123362" cy="5928176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457200"/>
            <a:ext cx="10954512" cy="795528"/>
          </a:xfrm>
        </p:spPr>
        <p:txBody>
          <a:bodyPr/>
          <a:lstStyle>
            <a:lvl1pPr>
              <a:defRPr>
                <a:gradFill>
                  <a:gsLst>
                    <a:gs pos="0">
                      <a:schemeClr val="accent5"/>
                    </a:gs>
                    <a:gs pos="100000">
                      <a:schemeClr val="accent2"/>
                    </a:gs>
                  </a:gsLst>
                  <a:lin ang="13800000" scaled="0"/>
                </a:gra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2648" y="1362455"/>
            <a:ext cx="10954512" cy="4956047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BEDC843-90AD-36D3-6615-3505603F8E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r>
              <a:rPr lang="en-US"/>
              <a:t>Sample Footer Text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52C5F7B-97CA-C06C-A155-E4BC307DB0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E1C96F-46D7-47BB-8945-9667BCB4F5BB}" type="datetime1">
              <a:rPr lang="en-US" smtClean="0"/>
              <a:t>2/25/2026</a:t>
            </a:fld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B324737-C1DF-CE60-245E-385E02AC2F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762353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Photo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247888" y="713232"/>
            <a:ext cx="3364992" cy="322783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4000" dirty="0">
                <a:gradFill>
                  <a:gsLst>
                    <a:gs pos="0">
                      <a:schemeClr val="accent2"/>
                    </a:gs>
                    <a:gs pos="100000">
                      <a:schemeClr val="accent5"/>
                    </a:gs>
                  </a:gsLst>
                  <a:lin ang="15600000" scaled="0"/>
                </a:gra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247888" y="5138927"/>
            <a:ext cx="3200400" cy="1197864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sz="2000" dirty="0"/>
            </a:lvl1pPr>
          </a:lstStyle>
          <a:p>
            <a:pPr lvl="0"/>
            <a:r>
              <a:rPr lang="en-US" dirty="0"/>
              <a:t>Click to edit Master subtitle style</a:t>
            </a:r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37C87932-7DAB-7F93-5E51-7AEEA5AC7FEA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7548451" cy="6858000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9BCBE317-7590-8646-B2DB-5BED6EE8A1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 rot="5400000">
            <a:off x="4181134" y="3367319"/>
            <a:ext cx="6858000" cy="123363"/>
            <a:chOff x="-5025" y="6737718"/>
            <a:chExt cx="12207200" cy="123363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55B255D3-4FB2-87A8-E502-9CDE10990A39}"/>
                </a:ext>
              </a:extLst>
            </p:cNvPr>
            <p:cNvSpPr/>
            <p:nvPr/>
          </p:nvSpPr>
          <p:spPr>
            <a:xfrm rot="5400000" flipH="1">
              <a:off x="6036894" y="695800"/>
              <a:ext cx="123362" cy="12207199"/>
            </a:xfrm>
            <a:prstGeom prst="rect">
              <a:avLst/>
            </a:prstGeom>
            <a:gradFill>
              <a:gsLst>
                <a:gs pos="0">
                  <a:schemeClr val="accent5"/>
                </a:gs>
                <a:gs pos="100000">
                  <a:schemeClr val="accent2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FD15F704-CD21-A249-03F6-4F036D21400B}"/>
                </a:ext>
              </a:extLst>
            </p:cNvPr>
            <p:cNvSpPr/>
            <p:nvPr/>
          </p:nvSpPr>
          <p:spPr>
            <a:xfrm rot="16200000">
              <a:off x="9176406" y="3835311"/>
              <a:ext cx="123362" cy="5928176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B30B7E9-D8D3-BC56-A758-6C86B58C0AC5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8247888" y="6318504"/>
            <a:ext cx="2459736" cy="365760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4FF974-138E-88CF-9001-1A07C67D1DFD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10707624" y="6318504"/>
            <a:ext cx="859536" cy="365760"/>
          </a:xfrm>
        </p:spPr>
        <p:txBody>
          <a:bodyPr/>
          <a:lstStyle/>
          <a:p>
            <a:fld id="{A6379DD5-AE65-4D02-9BCE-257CC17A63B7}" type="datetime1">
              <a:rPr lang="en-US" smtClean="0"/>
              <a:t>2/25/2026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DA7CD4-7B92-1CD1-A9F0-94B053972CA3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5190449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Photo 3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648" y="502920"/>
            <a:ext cx="5852160" cy="295351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5400" dirty="0">
                <a:gradFill>
                  <a:gsLst>
                    <a:gs pos="0">
                      <a:schemeClr val="accent2"/>
                    </a:gs>
                    <a:gs pos="100000">
                      <a:schemeClr val="accent5"/>
                    </a:gs>
                  </a:gsLst>
                  <a:lin ang="15600000" scaled="0"/>
                </a:gra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12648" y="4544568"/>
            <a:ext cx="4681728" cy="1591056"/>
          </a:xfrm>
        </p:spPr>
        <p:txBody>
          <a:bodyPr vert="horz" lIns="91440" tIns="45720" rIns="91440" bIns="45720" rtlCol="0" anchor="ctr">
            <a:normAutofit/>
          </a:bodyPr>
          <a:lstStyle>
            <a:lvl1pPr marL="0" indent="0">
              <a:buNone/>
              <a:defRPr lang="en-US" sz="2000" dirty="0"/>
            </a:lvl1pPr>
          </a:lstStyle>
          <a:p>
            <a:pPr lvl="0"/>
            <a:r>
              <a:rPr lang="en-US" dirty="0"/>
              <a:t>Click to edit Master subtitle style</a:t>
            </a: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F98245A6-7E39-43E3-BB93-77F622756065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 algn="l"/>
            <a:r>
              <a:rPr lang="en-US" dirty="0"/>
              <a:t>Sample Footer Text</a:t>
            </a:r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00431E1F-9861-6E9A-6FDA-9450A0A9109C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4617720" y="6318504"/>
            <a:ext cx="2153412" cy="365760"/>
          </a:xfrm>
        </p:spPr>
        <p:txBody>
          <a:bodyPr/>
          <a:lstStyle/>
          <a:p>
            <a:fld id="{9DFFF819-4E26-4576-8A6D-DA055CFF682A}" type="datetime1">
              <a:rPr lang="en-US" smtClean="0"/>
              <a:t>2/25/2026</a:t>
            </a:fld>
            <a:endParaRPr lang="en-US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43C4D8A9-0078-62DC-A293-9B6083ED649D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6688836" y="6318504"/>
            <a:ext cx="493776" cy="365760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37C87932-7DAB-7F93-5E51-7AEEA5AC7FEA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7534656" y="0"/>
            <a:ext cx="4654296" cy="6858000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19388977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Photo 4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CEAB82C7-4740-BEAB-85E9-C816E1CDC4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 rot="10800000">
            <a:off x="0" y="4492680"/>
            <a:ext cx="12207200" cy="123363"/>
            <a:chOff x="-5025" y="6737718"/>
            <a:chExt cx="12207200" cy="123363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0B7E10D0-EE9E-6432-2C4D-0324DE19518E}"/>
                </a:ext>
              </a:extLst>
            </p:cNvPr>
            <p:cNvSpPr/>
            <p:nvPr/>
          </p:nvSpPr>
          <p:spPr>
            <a:xfrm rot="5400000" flipH="1">
              <a:off x="6036894" y="695800"/>
              <a:ext cx="123362" cy="12207199"/>
            </a:xfrm>
            <a:prstGeom prst="rect">
              <a:avLst/>
            </a:prstGeom>
            <a:gradFill>
              <a:gsLst>
                <a:gs pos="0">
                  <a:schemeClr val="accent5"/>
                </a:gs>
                <a:gs pos="100000">
                  <a:schemeClr val="accent2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663B4BE8-5DA5-6F2B-0DB6-7901D4547F64}"/>
                </a:ext>
              </a:extLst>
            </p:cNvPr>
            <p:cNvSpPr/>
            <p:nvPr/>
          </p:nvSpPr>
          <p:spPr>
            <a:xfrm rot="16200000">
              <a:off x="9176406" y="3835311"/>
              <a:ext cx="123362" cy="5928176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2732" y="4965192"/>
            <a:ext cx="11146536" cy="786384"/>
          </a:xfrm>
        </p:spPr>
        <p:txBody>
          <a:bodyPr anchor="b">
            <a:normAutofit/>
          </a:bodyPr>
          <a:lstStyle>
            <a:lvl1pPr algn="ctr">
              <a:defRPr sz="36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3000" y="5806440"/>
            <a:ext cx="9902952" cy="576072"/>
          </a:xfrm>
        </p:spPr>
        <p:txBody>
          <a:bodyPr anchor="t">
            <a:normAutofit/>
          </a:bodyPr>
          <a:lstStyle>
            <a:lvl1pPr marL="0" indent="0" algn="ctr">
              <a:buNone/>
              <a:defRPr sz="18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37C87932-7DAB-7F93-5E51-7AEEA5AC7FEA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12188952" cy="4492679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972D5EE-6935-237E-C4A2-C61261249F33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F001462-21CF-5988-0554-7DB1C494B04E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2602ACF4-9E47-4D03-8EA6-1CE7E20F9165}" type="datetime1">
              <a:rPr lang="en-US" smtClean="0"/>
              <a:t>2/25/2026</a:t>
            </a:fld>
            <a:endParaRPr lang="en-US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C81CEA4D-A8A1-D4D2-8F28-C8346937244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065548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1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C0FABB9A-1B5B-9306-B7B9-58E4E5E4EE0D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 w="1905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1F155489-796B-CDF9-06C2-583941E589F7}"/>
              </a:ext>
            </a:extLst>
          </p:cNvPr>
          <p:cNvGrpSpPr/>
          <p:nvPr/>
        </p:nvGrpSpPr>
        <p:grpSpPr>
          <a:xfrm>
            <a:off x="0" y="0"/>
            <a:ext cx="12192000" cy="6867144"/>
            <a:chOff x="0" y="-7622"/>
            <a:chExt cx="12192000" cy="689498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4F31A197-F740-DCA2-902E-29B890C3148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10800000">
              <a:off x="0" y="-7621"/>
              <a:ext cx="12192000" cy="6887364"/>
            </a:xfrm>
            <a:prstGeom prst="rect">
              <a:avLst/>
            </a:prstGeom>
            <a:gradFill>
              <a:gsLst>
                <a:gs pos="8000">
                  <a:schemeClr val="accent5"/>
                </a:gs>
                <a:gs pos="100000">
                  <a:schemeClr val="accent2"/>
                </a:gs>
              </a:gsLst>
              <a:lin ang="42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rgbClr val="FFFFFF"/>
                </a:solidFill>
              </a:endParaRP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35C02513-E6E5-DFFD-29B1-02BE448BAD5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99" y="0"/>
              <a:ext cx="8216919" cy="6887364"/>
            </a:xfrm>
            <a:prstGeom prst="rect">
              <a:avLst/>
            </a:prstGeom>
            <a:gradFill flip="none" rotWithShape="1">
              <a:gsLst>
                <a:gs pos="0">
                  <a:schemeClr val="accent5">
                    <a:lumMod val="75000"/>
                    <a:alpha val="79000"/>
                  </a:schemeClr>
                </a:gs>
                <a:gs pos="40000">
                  <a:schemeClr val="accent5">
                    <a:lumMod val="60000"/>
                    <a:lumOff val="40000"/>
                    <a:alpha val="0"/>
                  </a:schemeClr>
                </a:gs>
              </a:gsLst>
              <a:lin ang="192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FFFFFF"/>
                </a:solidFill>
              </a:endParaRP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6FE184C5-789F-C980-F425-AF26045C8F0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739978" y="-7622"/>
              <a:ext cx="8451623" cy="6887367"/>
            </a:xfrm>
            <a:prstGeom prst="rect">
              <a:avLst/>
            </a:prstGeom>
            <a:gradFill>
              <a:gsLst>
                <a:gs pos="0">
                  <a:schemeClr val="accent5">
                    <a:lumMod val="75000"/>
                    <a:alpha val="67000"/>
                  </a:schemeClr>
                </a:gs>
                <a:gs pos="60000">
                  <a:schemeClr val="accent5">
                    <a:alpha val="0"/>
                  </a:schemeClr>
                </a:gs>
              </a:gsLst>
              <a:lin ang="114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FFFFFF"/>
                </a:solidFill>
              </a:endParaRP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BE6801FB-115C-F074-E428-F4A4A588BCE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10800000">
              <a:off x="9127281" y="7060"/>
              <a:ext cx="3064320" cy="6872683"/>
            </a:xfrm>
            <a:prstGeom prst="rect">
              <a:avLst/>
            </a:prstGeom>
            <a:gradFill flip="none" rotWithShape="1">
              <a:gsLst>
                <a:gs pos="0">
                  <a:schemeClr val="accent2">
                    <a:alpha val="88000"/>
                  </a:schemeClr>
                </a:gs>
                <a:gs pos="56000">
                  <a:schemeClr val="accent2">
                    <a:alpha val="0"/>
                  </a:schemeClr>
                </a:gs>
              </a:gsLst>
              <a:lin ang="1200000" scaled="0"/>
              <a:tileRect/>
            </a:gra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endParaRPr lang="en-US">
                <a:solidFill>
                  <a:srgbClr val="FFFFFF"/>
                </a:solidFill>
              </a:endParaRP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86584" y="1371600"/>
            <a:ext cx="7498080" cy="2386584"/>
          </a:xfrm>
        </p:spPr>
        <p:txBody>
          <a:bodyPr anchor="b" anchorCtr="0">
            <a:normAutofit/>
          </a:bodyPr>
          <a:lstStyle>
            <a:lvl1pPr algn="ctr">
              <a:defRPr sz="4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86584" y="3877056"/>
            <a:ext cx="7498080" cy="1655064"/>
          </a:xfrm>
        </p:spPr>
        <p:txBody>
          <a:bodyPr anchor="t">
            <a:normAutofit/>
          </a:bodyPr>
          <a:lstStyle>
            <a:lvl1pPr marL="0" indent="0" algn="ctr">
              <a:buNone/>
              <a:defRPr sz="18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B0F5B7-78E6-2702-0F8C-122F4D21C9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96BEF7-236A-87FA-F0D9-F4515D8135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3A82B809-8BB3-463C-8B5E-28962B4654D8}" type="datetime1">
              <a:rPr lang="en-US" smtClean="0"/>
              <a:t>2/25/2026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929C8F0-DE20-1DBB-6A42-CBFFAE15D7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6984703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648" y="429768"/>
            <a:ext cx="9336024" cy="377647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8000" dirty="0">
                <a:gradFill>
                  <a:gsLst>
                    <a:gs pos="0">
                      <a:schemeClr val="accent5"/>
                    </a:gs>
                    <a:gs pos="100000">
                      <a:schemeClr val="accent2"/>
                    </a:gs>
                  </a:gsLst>
                  <a:lin ang="6000000" scaled="0"/>
                </a:gra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12648" y="4663440"/>
            <a:ext cx="6903720" cy="1344168"/>
          </a:xfrm>
        </p:spPr>
        <p:txBody>
          <a:bodyPr vert="horz" lIns="91440" tIns="45720" rIns="91440" bIns="45720" rtlCol="0" anchor="ctr">
            <a:normAutofit/>
          </a:bodyPr>
          <a:lstStyle>
            <a:lvl1pPr marL="0" indent="0">
              <a:buNone/>
              <a:defRPr lang="en-US" sz="2000" dirty="0"/>
            </a:lvl1pPr>
          </a:lstStyle>
          <a:p>
            <a:pPr lvl="0"/>
            <a:r>
              <a:rPr lang="en-US" dirty="0"/>
              <a:t>Click to edit Master subtitle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AAE0C5-AA7D-C4A0-BB09-3D328C8523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454691-E40E-1B02-C9B2-FD70013E01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8F537-5E0E-4697-8198-FDF0E53F372F}" type="datetime1">
              <a:rPr lang="en-US" smtClean="0"/>
              <a:t>2/25/2026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D766BF4-6BB2-066C-5243-2D5CF17BA4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6764898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3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E9FFFB07-15C3-5030-73A7-6D0EBC2FB180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 w="1905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FFC67F9-A48C-BB0E-03C5-9C32A6BB8C5D}"/>
              </a:ext>
            </a:extLst>
          </p:cNvPr>
          <p:cNvSpPr/>
          <p:nvPr/>
        </p:nvSpPr>
        <p:spPr>
          <a:xfrm rot="16200000" flipH="1">
            <a:off x="2666999" y="-2667000"/>
            <a:ext cx="6857999" cy="12192002"/>
          </a:xfrm>
          <a:prstGeom prst="rect">
            <a:avLst/>
          </a:prstGeom>
          <a:gradFill>
            <a:gsLst>
              <a:gs pos="0">
                <a:schemeClr val="accent2"/>
              </a:gs>
              <a:gs pos="94000">
                <a:schemeClr val="accent5"/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A2436E8-8599-9171-B0E5-3A3CED0AE2C4}"/>
              </a:ext>
            </a:extLst>
          </p:cNvPr>
          <p:cNvSpPr/>
          <p:nvPr/>
        </p:nvSpPr>
        <p:spPr>
          <a:xfrm rot="5400000" flipH="1">
            <a:off x="2719785" y="-1537266"/>
            <a:ext cx="5669226" cy="11108800"/>
          </a:xfrm>
          <a:prstGeom prst="rect">
            <a:avLst/>
          </a:prstGeom>
          <a:gradFill flip="none" rotWithShape="1">
            <a:gsLst>
              <a:gs pos="0">
                <a:schemeClr val="accent5">
                  <a:lumMod val="75000"/>
                  <a:alpha val="90000"/>
                </a:schemeClr>
              </a:gs>
              <a:gs pos="39000">
                <a:schemeClr val="accent5">
                  <a:lumMod val="60000"/>
                  <a:lumOff val="40000"/>
                  <a:alpha val="0"/>
                </a:schemeClr>
              </a:gs>
            </a:gsLst>
            <a:lin ang="21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D052CAB-57CB-D9A8-5BBE-F7898C5ECE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16200000" flipH="1">
            <a:off x="-648303" y="636301"/>
            <a:ext cx="6870003" cy="5573396"/>
          </a:xfrm>
          <a:prstGeom prst="rect">
            <a:avLst/>
          </a:prstGeom>
          <a:gradFill flip="none" rotWithShape="1">
            <a:gsLst>
              <a:gs pos="2000">
                <a:schemeClr val="accent2">
                  <a:lumMod val="75000"/>
                </a:schemeClr>
              </a:gs>
              <a:gs pos="37000">
                <a:schemeClr val="accent2">
                  <a:alpha val="0"/>
                </a:schemeClr>
              </a:gs>
            </a:gsLst>
            <a:lin ang="3600000" scaled="0"/>
            <a:tileRect/>
          </a:gra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>
              <a:solidFill>
                <a:srgbClr val="FFFFFF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648" y="429768"/>
            <a:ext cx="9336024" cy="377647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8000" dirty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12648" y="4663440"/>
            <a:ext cx="6903720" cy="1344168"/>
          </a:xfrm>
        </p:spPr>
        <p:txBody>
          <a:bodyPr vert="horz" lIns="91440" tIns="45720" rIns="91440" bIns="45720" rtlCol="0" anchor="ctr">
            <a:normAutofit/>
          </a:bodyPr>
          <a:lstStyle>
            <a:lvl1pPr marL="0" indent="0">
              <a:buNone/>
              <a:defRPr lang="en-US" sz="2000" dirty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edit Master subtitle style</a:t>
            </a:r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1EF90BDF-2A3B-8AD7-6EE4-11ED28664F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11" name="Date Placeholder 10">
            <a:extLst>
              <a:ext uri="{FF2B5EF4-FFF2-40B4-BE49-F238E27FC236}">
                <a16:creationId xmlns:a16="http://schemas.microsoft.com/office/drawing/2014/main" id="{81B66C1B-A1AD-A2BC-11D8-9AEA5E834A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1D4E7D34-A495-4E23-B1D1-F5D651D22AFE}" type="datetime1">
              <a:rPr lang="en-US" smtClean="0"/>
              <a:t>2/25/2026</a:t>
            </a:fld>
            <a:endParaRPr lang="en-US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9A384A4A-7C42-E7AC-02FD-B65B61D214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1991518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92EA34-13CC-54C1-DE3D-4F1D5D55C9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2093976"/>
            <a:ext cx="7271895" cy="4178808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7200" dirty="0">
                <a:gradFill>
                  <a:gsLst>
                    <a:gs pos="0">
                      <a:schemeClr val="accent5"/>
                    </a:gs>
                    <a:gs pos="100000">
                      <a:schemeClr val="accent2"/>
                    </a:gs>
                  </a:gsLst>
                  <a:lin ang="6000000" scaled="0"/>
                </a:gra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8F8ECD-BC5C-69B8-45CB-D6C697E807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r>
              <a:rPr lang="en-US" dirty="0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F97286-C615-453F-E284-B5C22987E2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976A96-D1F6-4A74-B023-FDE16753EDD7}" type="datetime1">
              <a:rPr lang="en-US" smtClean="0"/>
              <a:t>2/25/2026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6A721B8-1357-D164-0082-D2B50441B9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9172678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54F65FF0-EE88-E48A-1552-AF2B228EADC6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 w="1905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3D93006-CD9A-ACB8-4DFF-755585BD51C6}"/>
              </a:ext>
            </a:extLst>
          </p:cNvPr>
          <p:cNvSpPr/>
          <p:nvPr/>
        </p:nvSpPr>
        <p:spPr>
          <a:xfrm rot="5400000" flipH="1" flipV="1">
            <a:off x="2662822" y="-2671180"/>
            <a:ext cx="6866356" cy="12192001"/>
          </a:xfrm>
          <a:prstGeom prst="rect">
            <a:avLst/>
          </a:prstGeom>
          <a:gradFill>
            <a:gsLst>
              <a:gs pos="13000">
                <a:schemeClr val="accent2"/>
              </a:gs>
              <a:gs pos="100000">
                <a:schemeClr val="accent5"/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B71B6E1-2B98-87C0-C97D-DC19E754324D}"/>
              </a:ext>
            </a:extLst>
          </p:cNvPr>
          <p:cNvSpPr/>
          <p:nvPr/>
        </p:nvSpPr>
        <p:spPr>
          <a:xfrm rot="16200000" flipH="1" flipV="1">
            <a:off x="2144989" y="-2153344"/>
            <a:ext cx="5473326" cy="9763303"/>
          </a:xfrm>
          <a:prstGeom prst="rect">
            <a:avLst/>
          </a:prstGeom>
          <a:gradFill flip="none" rotWithShape="1">
            <a:gsLst>
              <a:gs pos="0">
                <a:schemeClr val="accent5">
                  <a:lumMod val="75000"/>
                  <a:alpha val="68000"/>
                </a:schemeClr>
              </a:gs>
              <a:gs pos="45000">
                <a:schemeClr val="accent5">
                  <a:lumMod val="60000"/>
                  <a:lumOff val="40000"/>
                  <a:alpha val="0"/>
                </a:schemeClr>
              </a:gs>
            </a:gsLst>
            <a:lin ang="198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35B8330-0A40-6340-3205-86A38459537F}"/>
              </a:ext>
            </a:extLst>
          </p:cNvPr>
          <p:cNvSpPr/>
          <p:nvPr/>
        </p:nvSpPr>
        <p:spPr>
          <a:xfrm flipV="1">
            <a:off x="1031672" y="2962966"/>
            <a:ext cx="11160328" cy="3895034"/>
          </a:xfrm>
          <a:prstGeom prst="rect">
            <a:avLst/>
          </a:prstGeom>
          <a:gradFill>
            <a:gsLst>
              <a:gs pos="0">
                <a:schemeClr val="accent5">
                  <a:lumMod val="75000"/>
                </a:schemeClr>
              </a:gs>
              <a:gs pos="42000">
                <a:schemeClr val="accent5">
                  <a:alpha val="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A413373-13C5-71D9-C45A-699B0F4513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5400000" flipH="1" flipV="1">
            <a:off x="1233479" y="361145"/>
            <a:ext cx="5263375" cy="7730333"/>
          </a:xfrm>
          <a:prstGeom prst="rect">
            <a:avLst/>
          </a:prstGeom>
          <a:gradFill flip="none" rotWithShape="1">
            <a:gsLst>
              <a:gs pos="8000">
                <a:schemeClr val="accent2">
                  <a:lumMod val="75000"/>
                </a:schemeClr>
              </a:gs>
              <a:gs pos="50000">
                <a:schemeClr val="accent2">
                  <a:alpha val="0"/>
                </a:schemeClr>
              </a:gs>
            </a:gsLst>
            <a:lin ang="1800000" scaled="0"/>
            <a:tileRect/>
          </a:gra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>
              <a:solidFill>
                <a:srgbClr val="FFFFFF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892EA34-13CC-54C1-DE3D-4F1D5D55C9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2093976"/>
            <a:ext cx="6528816" cy="4178808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6600" dirty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15" name="Footer Placeholder 14">
            <a:extLst>
              <a:ext uri="{FF2B5EF4-FFF2-40B4-BE49-F238E27FC236}">
                <a16:creationId xmlns:a16="http://schemas.microsoft.com/office/drawing/2014/main" id="{C3B3753E-6E60-F731-58BF-7C4D0497E9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14" name="Date Placeholder 13">
            <a:extLst>
              <a:ext uri="{FF2B5EF4-FFF2-40B4-BE49-F238E27FC236}">
                <a16:creationId xmlns:a16="http://schemas.microsoft.com/office/drawing/2014/main" id="{08CEB89B-6066-557A-EBEC-18307AC240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9C5C1F80-0989-4135-BEC0-53996BCA1D73}" type="datetime1">
              <a:rPr lang="en-US" smtClean="0"/>
              <a:t>2/25/2026</a:t>
            </a:fld>
            <a:endParaRPr lang="en-US" dirty="0"/>
          </a:p>
        </p:txBody>
      </p:sp>
      <p:sp>
        <p:nvSpPr>
          <p:cNvPr id="16" name="Slide Number Placeholder 15">
            <a:extLst>
              <a:ext uri="{FF2B5EF4-FFF2-40B4-BE49-F238E27FC236}">
                <a16:creationId xmlns:a16="http://schemas.microsoft.com/office/drawing/2014/main" id="{C2114D5C-BE8D-24C7-4A79-C0C28376AA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8749159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3DF4C684-CDD4-5CA8-12DC-BB0C4BFE21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0" y="-4329"/>
            <a:ext cx="5056093" cy="6869586"/>
            <a:chOff x="5171844" y="-11586"/>
            <a:chExt cx="7020159" cy="6869586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F6ECDBF0-A1F0-37B6-C87A-8687287F7950}"/>
                </a:ext>
              </a:extLst>
            </p:cNvPr>
            <p:cNvSpPr/>
            <p:nvPr/>
          </p:nvSpPr>
          <p:spPr>
            <a:xfrm>
              <a:off x="5171848" y="-11580"/>
              <a:ext cx="7020152" cy="6869579"/>
            </a:xfrm>
            <a:prstGeom prst="rect">
              <a:avLst/>
            </a:prstGeom>
            <a:gradFill>
              <a:gsLst>
                <a:gs pos="7000">
                  <a:schemeClr val="accent2"/>
                </a:gs>
                <a:gs pos="100000">
                  <a:schemeClr val="accent5"/>
                </a:gs>
              </a:gsLst>
              <a:lin ang="42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360F90E0-14F7-6838-2C0A-149459C1D143}"/>
                </a:ext>
              </a:extLst>
            </p:cNvPr>
            <p:cNvSpPr/>
            <p:nvPr/>
          </p:nvSpPr>
          <p:spPr>
            <a:xfrm rot="10800000">
              <a:off x="6351336" y="876304"/>
              <a:ext cx="5840664" cy="5981696"/>
            </a:xfrm>
            <a:prstGeom prst="rect">
              <a:avLst/>
            </a:prstGeom>
            <a:gradFill flip="none" rotWithShape="1">
              <a:gsLst>
                <a:gs pos="0">
                  <a:schemeClr val="accent5">
                    <a:lumMod val="75000"/>
                  </a:schemeClr>
                </a:gs>
                <a:gs pos="60000">
                  <a:schemeClr val="accent5">
                    <a:lumMod val="60000"/>
                    <a:lumOff val="40000"/>
                    <a:alpha val="0"/>
                  </a:schemeClr>
                </a:gs>
              </a:gsLst>
              <a:path path="circle">
                <a:fillToRect r="100000" b="100000"/>
              </a:path>
              <a:tileRect l="-100000" t="-100000"/>
            </a:gra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endParaRPr lang="en-US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7578B55F-B3C4-0B70-7EAE-5FBFD3308543}"/>
                </a:ext>
              </a:extLst>
            </p:cNvPr>
            <p:cNvSpPr/>
            <p:nvPr/>
          </p:nvSpPr>
          <p:spPr>
            <a:xfrm>
              <a:off x="5171844" y="-11586"/>
              <a:ext cx="5171848" cy="6869586"/>
            </a:xfrm>
            <a:prstGeom prst="rect">
              <a:avLst/>
            </a:prstGeom>
            <a:gradFill flip="none" rotWithShape="1">
              <a:gsLst>
                <a:gs pos="3000">
                  <a:schemeClr val="accent2">
                    <a:alpha val="70000"/>
                  </a:schemeClr>
                </a:gs>
                <a:gs pos="42000">
                  <a:schemeClr val="accent2">
                    <a:alpha val="0"/>
                  </a:schemeClr>
                </a:gs>
              </a:gsLst>
              <a:lin ang="30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BFFBDE35-AEB9-6AFE-BC7A-79FEFBB51D0A}"/>
                </a:ext>
              </a:extLst>
            </p:cNvPr>
            <p:cNvSpPr/>
            <p:nvPr/>
          </p:nvSpPr>
          <p:spPr>
            <a:xfrm rot="16200000">
              <a:off x="6042356" y="708353"/>
              <a:ext cx="6869583" cy="5429710"/>
            </a:xfrm>
            <a:prstGeom prst="rect">
              <a:avLst/>
            </a:prstGeom>
            <a:gradFill>
              <a:gsLst>
                <a:gs pos="0">
                  <a:schemeClr val="accent5">
                    <a:alpha val="86000"/>
                  </a:schemeClr>
                </a:gs>
                <a:gs pos="57000">
                  <a:schemeClr val="accent2">
                    <a:alpha val="0"/>
                  </a:schemeClr>
                </a:gs>
              </a:gsLst>
              <a:lin ang="13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8368" y="2103120"/>
            <a:ext cx="3666744" cy="2624328"/>
          </a:xfrm>
          <a:noFill/>
        </p:spPr>
        <p:txBody>
          <a:bodyPr anchor="ctr">
            <a:normAutofit/>
          </a:bodyPr>
          <a:lstStyle>
            <a:lvl1pPr algn="ctr">
              <a:defRPr sz="48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9E554EC-D104-642A-5E42-E4CFB243523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algn="l"/>
            <a:r>
              <a:rPr lang="en-US" dirty="0"/>
              <a:t>Sample Footer Text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057702" y="877824"/>
            <a:ext cx="5509458" cy="5102352"/>
          </a:xfrm>
        </p:spPr>
        <p:txBody>
          <a:bodyPr vert="horz" lIns="91440" tIns="45720" rIns="91440" bIns="45720" rtlCol="0" anchor="ctr">
            <a:normAutofit/>
          </a:bodyPr>
          <a:lstStyle>
            <a:lvl1pPr marL="457200" indent="-457200">
              <a:buFont typeface="+mj-lt"/>
              <a:buAutoNum type="arabicPeriod"/>
              <a:defRPr lang="en-US" sz="2000" dirty="0"/>
            </a:lvl1pPr>
            <a:lvl2pPr marL="571500" indent="-342900">
              <a:buFont typeface="+mj-lt"/>
              <a:buAutoNum type="arabicPeriod"/>
              <a:defRPr lang="en-US" sz="1800" dirty="0"/>
            </a:lvl2pPr>
            <a:lvl3pPr marL="800100" indent="-342900">
              <a:buFont typeface="+mj-lt"/>
              <a:buAutoNum type="arabicPeriod"/>
              <a:defRPr lang="en-US" sz="1600" dirty="0"/>
            </a:lvl3pPr>
            <a:lvl4pPr>
              <a:buFont typeface="+mj-lt"/>
              <a:buAutoNum type="arabicPeriod"/>
              <a:defRPr lang="en-US" sz="1400" dirty="0"/>
            </a:lvl4pPr>
            <a:lvl5pPr>
              <a:buFont typeface="+mj-lt"/>
              <a:buAutoNum type="arabicPeriod"/>
              <a:defRPr lang="en-US" sz="1400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C3B19A28-AC79-CF20-C703-D6B27C01698A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2B346B3B-D23C-46FC-82B4-EC936862EBB6}" type="datetime1">
              <a:rPr lang="en-US" smtClean="0"/>
              <a:t>2/25/2026</a:t>
            </a:fld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7E23A16-5291-F71A-D460-81EE611EA8B8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1895938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Photo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89BA5514-C4EC-5772-F451-90A91C385D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0" y="0"/>
            <a:ext cx="123362" cy="6858000"/>
            <a:chOff x="12068638" y="0"/>
            <a:chExt cx="123362" cy="6858000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1C95E155-D254-47EB-52CD-C66E0A29E9AB}"/>
                </a:ext>
              </a:extLst>
            </p:cNvPr>
            <p:cNvSpPr/>
            <p:nvPr/>
          </p:nvSpPr>
          <p:spPr>
            <a:xfrm>
              <a:off x="12068638" y="0"/>
              <a:ext cx="123362" cy="6858000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5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 Light"/>
                <a:ea typeface="+mn-ea"/>
                <a:cs typeface="+mn-cs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947EE6D-F09F-E804-C40C-AB228BDE8E64}"/>
                </a:ext>
              </a:extLst>
            </p:cNvPr>
            <p:cNvSpPr/>
            <p:nvPr/>
          </p:nvSpPr>
          <p:spPr>
            <a:xfrm>
              <a:off x="12068638" y="3527553"/>
              <a:ext cx="123362" cy="3330447"/>
            </a:xfrm>
            <a:prstGeom prst="rect">
              <a:avLst/>
            </a:prstGeom>
            <a:gradFill>
              <a:gsLst>
                <a:gs pos="19000">
                  <a:schemeClr val="accent5">
                    <a:lumMod val="60000"/>
                    <a:lumOff val="40000"/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 Light"/>
                <a:ea typeface="+mn-ea"/>
                <a:cs typeface="+mn-cs"/>
              </a:endParaRP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72783" y="722376"/>
            <a:ext cx="5138927" cy="1581912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6000" dirty="0">
                <a:gradFill>
                  <a:gsLst>
                    <a:gs pos="0">
                      <a:schemeClr val="accent2"/>
                    </a:gs>
                    <a:gs pos="100000">
                      <a:schemeClr val="accent5"/>
                    </a:gs>
                  </a:gsLst>
                  <a:lin ang="12000000" scaled="0"/>
                </a:gra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630EF3B0-9D02-EBD8-2D14-79BF34534AA1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119307" y="0"/>
            <a:ext cx="5413248" cy="6858000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272784" y="2834640"/>
            <a:ext cx="5138928" cy="2999232"/>
          </a:xfrm>
        </p:spPr>
        <p:txBody>
          <a:bodyPr vert="horz" lIns="91440" tIns="45720" rIns="91440" bIns="45720" rtlCol="0" anchor="b">
            <a:normAutofit/>
          </a:bodyPr>
          <a:lstStyle>
            <a:lvl1pPr marL="457200" indent="-457200">
              <a:buFont typeface="+mj-lt"/>
              <a:buAutoNum type="arabicPeriod"/>
              <a:defRPr lang="en-US" sz="2000" dirty="0"/>
            </a:lvl1pPr>
            <a:lvl2pPr marL="571500" indent="-342900">
              <a:buFont typeface="+mj-lt"/>
              <a:buAutoNum type="arabicPeriod"/>
              <a:defRPr lang="en-US" sz="1800" dirty="0"/>
            </a:lvl2pPr>
            <a:lvl3pPr marL="800100" indent="-342900">
              <a:buFont typeface="+mj-lt"/>
              <a:buAutoNum type="arabicPeriod"/>
              <a:defRPr lang="en-US" sz="1600" dirty="0"/>
            </a:lvl3pPr>
            <a:lvl4pPr>
              <a:buFont typeface="+mj-lt"/>
              <a:buAutoNum type="arabicPeriod"/>
              <a:defRPr lang="en-US" sz="1400" dirty="0"/>
            </a:lvl4pPr>
            <a:lvl5pPr>
              <a:buFont typeface="+mj-lt"/>
              <a:buAutoNum type="arabicPeriod"/>
              <a:defRPr lang="en-US" sz="1400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9E554EC-D104-642A-5E42-E4CFB243523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6272784" y="6318504"/>
            <a:ext cx="3569956" cy="365760"/>
          </a:xfrm>
        </p:spPr>
        <p:txBody>
          <a:bodyPr/>
          <a:lstStyle/>
          <a:p>
            <a:pPr algn="l"/>
            <a:r>
              <a:rPr lang="en-US" dirty="0"/>
              <a:t>Sample Footer Text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C3B19A28-AC79-CF20-C703-D6B27C01698A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10075652" y="6318504"/>
            <a:ext cx="1491507" cy="365760"/>
          </a:xfrm>
        </p:spPr>
        <p:txBody>
          <a:bodyPr/>
          <a:lstStyle/>
          <a:p>
            <a:fld id="{11039C6F-01AE-405F-93D2-431591D79461}" type="datetime1">
              <a:rPr lang="en-US" smtClean="0"/>
              <a:t>2/25/2026</a:t>
            </a:fld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7E23A16-5291-F71A-D460-81EE611EA8B8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9052628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8CE855AC-5F95-123D-E0A1-CBD75D8FD0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 rot="10800000">
            <a:off x="0" y="6743026"/>
            <a:ext cx="12207200" cy="123363"/>
            <a:chOff x="-5025" y="6737718"/>
            <a:chExt cx="12207200" cy="123363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F3A6A854-7BA6-35FC-898F-37F3BC10E5DB}"/>
                </a:ext>
              </a:extLst>
            </p:cNvPr>
            <p:cNvSpPr/>
            <p:nvPr/>
          </p:nvSpPr>
          <p:spPr>
            <a:xfrm rot="5400000" flipH="1">
              <a:off x="6036894" y="695800"/>
              <a:ext cx="123362" cy="12207199"/>
            </a:xfrm>
            <a:prstGeom prst="rect">
              <a:avLst/>
            </a:prstGeom>
            <a:gradFill>
              <a:gsLst>
                <a:gs pos="0">
                  <a:schemeClr val="accent5"/>
                </a:gs>
                <a:gs pos="100000">
                  <a:schemeClr val="accent2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6455EF75-521C-7F12-2397-68B6128751E8}"/>
                </a:ext>
              </a:extLst>
            </p:cNvPr>
            <p:cNvSpPr/>
            <p:nvPr/>
          </p:nvSpPr>
          <p:spPr>
            <a:xfrm rot="16200000">
              <a:off x="9176406" y="3835311"/>
              <a:ext cx="123362" cy="5928176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82496" y="2222436"/>
            <a:ext cx="4160520" cy="2825496"/>
          </a:xfrm>
        </p:spPr>
        <p:txBody>
          <a:bodyPr anchor="t">
            <a:normAutofit/>
          </a:bodyPr>
          <a:lstStyle>
            <a:lvl1pPr>
              <a:defRPr sz="4000">
                <a:gradFill>
                  <a:gsLst>
                    <a:gs pos="0">
                      <a:schemeClr val="accent5"/>
                    </a:gs>
                    <a:gs pos="100000">
                      <a:schemeClr val="accent2"/>
                    </a:gs>
                  </a:gsLst>
                  <a:lin ang="13800000" scaled="0"/>
                </a:gra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D633F00-464B-3088-812A-40496FD1021A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437376" y="2222436"/>
            <a:ext cx="3959352" cy="2697480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dirty="0"/>
            </a:lvl1pPr>
            <a:lvl2pPr marL="228600" indent="0">
              <a:buNone/>
              <a:defRPr lang="en-US" dirty="0"/>
            </a:lvl2pPr>
            <a:lvl3pPr marL="457200" indent="0">
              <a:buNone/>
              <a:defRPr lang="en-US" dirty="0"/>
            </a:lvl3pPr>
            <a:lvl4pPr marL="685800" indent="0">
              <a:buNone/>
              <a:defRPr lang="en-US" dirty="0"/>
            </a:lvl4pPr>
            <a:lvl5pPr marL="914400" indent="0">
              <a:buNone/>
              <a:defRPr lang="en-US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4" name="Footer Placeholder 13">
            <a:extLst>
              <a:ext uri="{FF2B5EF4-FFF2-40B4-BE49-F238E27FC236}">
                <a16:creationId xmlns:a16="http://schemas.microsoft.com/office/drawing/2014/main" id="{F09CF825-511F-35F8-E0EC-636033ED43EE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 algn="l"/>
            <a:r>
              <a:rPr lang="en-US" dirty="0"/>
              <a:t>Sample Footer Text</a:t>
            </a:r>
          </a:p>
        </p:txBody>
      </p:sp>
      <p:sp>
        <p:nvSpPr>
          <p:cNvPr id="13" name="Date Placeholder 12">
            <a:extLst>
              <a:ext uri="{FF2B5EF4-FFF2-40B4-BE49-F238E27FC236}">
                <a16:creationId xmlns:a16="http://schemas.microsoft.com/office/drawing/2014/main" id="{36A82C16-EB1A-4294-103B-715F071E5A35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6AE82713-2685-4CB9-BD26-DD329F3C67A6}" type="datetime1">
              <a:rPr lang="en-US" smtClean="0"/>
              <a:t>2/25/2026</a:t>
            </a:fld>
            <a:endParaRPr lang="en-US" dirty="0"/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727EA83B-52EA-A0B8-E2E8-C9D1FE273B22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1051183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474537F0-59D7-5CF5-65CE-33DFA62B37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 rot="10800000">
            <a:off x="0" y="6743026"/>
            <a:ext cx="12207200" cy="123363"/>
            <a:chOff x="-5025" y="6737718"/>
            <a:chExt cx="12207200" cy="123363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C7EFD035-FCE9-275A-5EEF-94FC6583E39A}"/>
                </a:ext>
              </a:extLst>
            </p:cNvPr>
            <p:cNvSpPr/>
            <p:nvPr/>
          </p:nvSpPr>
          <p:spPr>
            <a:xfrm rot="5400000" flipH="1">
              <a:off x="6036894" y="695800"/>
              <a:ext cx="123362" cy="12207199"/>
            </a:xfrm>
            <a:prstGeom prst="rect">
              <a:avLst/>
            </a:prstGeom>
            <a:gradFill>
              <a:gsLst>
                <a:gs pos="0">
                  <a:schemeClr val="accent5"/>
                </a:gs>
                <a:gs pos="100000">
                  <a:schemeClr val="accent2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1DFF3E46-4915-D511-DDA5-9451667C3C81}"/>
                </a:ext>
              </a:extLst>
            </p:cNvPr>
            <p:cNvSpPr/>
            <p:nvPr/>
          </p:nvSpPr>
          <p:spPr>
            <a:xfrm rot="16200000">
              <a:off x="9176406" y="3835311"/>
              <a:ext cx="123362" cy="5928176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68552" y="2048256"/>
            <a:ext cx="3813048" cy="3538728"/>
          </a:xfrm>
        </p:spPr>
        <p:txBody>
          <a:bodyPr anchor="t">
            <a:normAutofit/>
          </a:bodyPr>
          <a:lstStyle>
            <a:lvl1pPr>
              <a:defRPr sz="3200">
                <a:gradFill>
                  <a:gsLst>
                    <a:gs pos="0">
                      <a:schemeClr val="accent5"/>
                    </a:gs>
                    <a:gs pos="100000">
                      <a:schemeClr val="accent2"/>
                    </a:gs>
                  </a:gsLst>
                  <a:lin ang="13800000" scaled="0"/>
                </a:gra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D42D62A0-8127-CE86-0633-0D65E1E136F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775960" y="2048256"/>
            <a:ext cx="5047488" cy="3538728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/>
            </a:lvl1pPr>
            <a:lvl2pPr>
              <a:defRPr lang="en-US"/>
            </a:lvl2pPr>
            <a:lvl3pPr>
              <a:defRPr lang="en-US"/>
            </a:lvl3pPr>
            <a:lvl4pPr>
              <a:defRPr lang="en-US"/>
            </a:lvl4pPr>
            <a:lvl5pPr>
              <a:defRPr lang="en-US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57CB2298-A12A-D380-ED4F-AD870434F233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 algn="l"/>
            <a:r>
              <a:rPr lang="en-US"/>
              <a:t>Sample Footer Text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D1F2EAD-3327-FA60-8B7F-6CBBD02C3F07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957926B3-CA5D-44FB-BC2D-6B05FBB97B04}" type="datetime1">
              <a:rPr lang="en-US" smtClean="0"/>
              <a:t>2/25/2026</a:t>
            </a:fld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63D4A7C-9E9E-96BC-68B8-3F92C9B3B40E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3419278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50675FE4-1839-CB8F-7574-8FBCED9706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 rot="10800000">
            <a:off x="0" y="6743026"/>
            <a:ext cx="12207200" cy="123363"/>
            <a:chOff x="-5025" y="6737718"/>
            <a:chExt cx="12207200" cy="123363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1C309010-BB96-4CE9-3A39-43FA59198DD0}"/>
                </a:ext>
              </a:extLst>
            </p:cNvPr>
            <p:cNvSpPr/>
            <p:nvPr/>
          </p:nvSpPr>
          <p:spPr>
            <a:xfrm rot="5400000" flipH="1">
              <a:off x="6036894" y="695800"/>
              <a:ext cx="123362" cy="12207199"/>
            </a:xfrm>
            <a:prstGeom prst="rect">
              <a:avLst/>
            </a:prstGeom>
            <a:gradFill>
              <a:gsLst>
                <a:gs pos="0">
                  <a:schemeClr val="accent5"/>
                </a:gs>
                <a:gs pos="100000">
                  <a:schemeClr val="accent2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32D5C3E8-4075-EEED-D3DC-B1B0DCD9F940}"/>
                </a:ext>
              </a:extLst>
            </p:cNvPr>
            <p:cNvSpPr/>
            <p:nvPr/>
          </p:nvSpPr>
          <p:spPr>
            <a:xfrm rot="16200000">
              <a:off x="9176406" y="3835311"/>
              <a:ext cx="123362" cy="5928176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722376"/>
            <a:ext cx="7214616" cy="1280160"/>
          </a:xfrm>
        </p:spPr>
        <p:txBody>
          <a:bodyPr anchor="t">
            <a:normAutofit/>
          </a:bodyPr>
          <a:lstStyle>
            <a:lvl1pPr>
              <a:defRPr sz="4000">
                <a:gradFill>
                  <a:gsLst>
                    <a:gs pos="0">
                      <a:schemeClr val="accent5"/>
                    </a:gs>
                    <a:gs pos="100000">
                      <a:schemeClr val="accent2"/>
                    </a:gs>
                  </a:gsLst>
                  <a:lin ang="13800000" scaled="0"/>
                </a:gra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FFB4667A-FE47-8556-FD3A-55FDBA801D7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922776" y="2240280"/>
            <a:ext cx="7349947" cy="3721608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4A089F15-F7A9-6130-79CF-D853C6B4B742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 algn="l"/>
            <a:r>
              <a:rPr lang="en-US" dirty="0"/>
              <a:t>Sample Footer Text</a:t>
            </a:r>
          </a:p>
        </p:txBody>
      </p:sp>
      <p:sp>
        <p:nvSpPr>
          <p:cNvPr id="11" name="Date Placeholder 10">
            <a:extLst>
              <a:ext uri="{FF2B5EF4-FFF2-40B4-BE49-F238E27FC236}">
                <a16:creationId xmlns:a16="http://schemas.microsoft.com/office/drawing/2014/main" id="{65C79459-C978-FF61-F7FC-DC5D1F170174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7E009212-C305-41EC-8687-C39B36C09AF0}" type="datetime1">
              <a:rPr lang="en-US" smtClean="0"/>
              <a:t>2/25/2026</a:t>
            </a:fld>
            <a:endParaRPr lang="en-US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BFFBCCE1-48C7-7734-891D-F4664CC97B6C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7025527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43A83600-30C4-2F21-93C5-D07537A3964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 rot="10800000">
            <a:off x="0" y="6743026"/>
            <a:ext cx="12207200" cy="123363"/>
            <a:chOff x="-5025" y="6737718"/>
            <a:chExt cx="12207200" cy="123363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BA1F9F49-F979-53D6-3ED8-352816078D4C}"/>
                </a:ext>
              </a:extLst>
            </p:cNvPr>
            <p:cNvSpPr/>
            <p:nvPr/>
          </p:nvSpPr>
          <p:spPr>
            <a:xfrm rot="5400000" flipH="1">
              <a:off x="6036894" y="695800"/>
              <a:ext cx="123362" cy="12207199"/>
            </a:xfrm>
            <a:prstGeom prst="rect">
              <a:avLst/>
            </a:prstGeom>
            <a:gradFill>
              <a:gsLst>
                <a:gs pos="0">
                  <a:schemeClr val="accent5"/>
                </a:gs>
                <a:gs pos="100000">
                  <a:schemeClr val="accent2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A4745F95-9BA3-B7A5-F004-E2BB1CFFE2F8}"/>
                </a:ext>
              </a:extLst>
            </p:cNvPr>
            <p:cNvSpPr/>
            <p:nvPr/>
          </p:nvSpPr>
          <p:spPr>
            <a:xfrm rot="16200000">
              <a:off x="9176406" y="3835311"/>
              <a:ext cx="123362" cy="5928176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640080"/>
            <a:ext cx="4215384" cy="3136392"/>
          </a:xfrm>
        </p:spPr>
        <p:txBody>
          <a:bodyPr anchor="t">
            <a:normAutofit/>
          </a:bodyPr>
          <a:lstStyle>
            <a:lvl1pPr>
              <a:defRPr sz="3200">
                <a:gradFill>
                  <a:gsLst>
                    <a:gs pos="0">
                      <a:schemeClr val="accent5"/>
                    </a:gs>
                    <a:gs pos="100000">
                      <a:schemeClr val="accent2"/>
                    </a:gs>
                  </a:gsLst>
                  <a:lin ang="13800000" scaled="0"/>
                </a:gra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6F072A2-EBC7-B7EA-DA98-BAC0AA46E7A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68696" y="640080"/>
            <a:ext cx="5998464" cy="5696712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CA8E192A-D6F1-1585-7133-0041C85402E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 algn="l"/>
            <a:r>
              <a:rPr lang="en-US"/>
              <a:t>Sample Footer Text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5602332-ECCE-37C9-0CA1-1743D107C8E3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7CD886C8-FB0E-44DB-9413-26C9933623BA}" type="datetime1">
              <a:rPr lang="en-US" smtClean="0"/>
              <a:t>2/25/2026</a:t>
            </a:fld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437B541-595D-1700-6A76-9AF7590B186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889643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F604B371-347D-80EC-2C2C-C69CD2EF7B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 flipV="1">
            <a:off x="12068340" y="0"/>
            <a:ext cx="123362" cy="6858000"/>
            <a:chOff x="12068638" y="0"/>
            <a:chExt cx="123362" cy="6858000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3F227FEA-4B4B-3484-7267-B7BD65A4E9BF}"/>
                </a:ext>
              </a:extLst>
            </p:cNvPr>
            <p:cNvSpPr/>
            <p:nvPr/>
          </p:nvSpPr>
          <p:spPr>
            <a:xfrm>
              <a:off x="12068638" y="0"/>
              <a:ext cx="123362" cy="6858000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5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753530AA-F724-4235-0FDF-84595FCBFBC1}"/>
                </a:ext>
              </a:extLst>
            </p:cNvPr>
            <p:cNvSpPr/>
            <p:nvPr/>
          </p:nvSpPr>
          <p:spPr>
            <a:xfrm>
              <a:off x="12068638" y="3527553"/>
              <a:ext cx="123362" cy="3330447"/>
            </a:xfrm>
            <a:prstGeom prst="rect">
              <a:avLst/>
            </a:prstGeom>
            <a:gradFill>
              <a:gsLst>
                <a:gs pos="19000">
                  <a:schemeClr val="accent5">
                    <a:lumMod val="60000"/>
                    <a:lumOff val="40000"/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621792"/>
            <a:ext cx="10872216" cy="749808"/>
          </a:xfrm>
        </p:spPr>
        <p:txBody>
          <a:bodyPr anchor="ctr">
            <a:normAutofit/>
          </a:bodyPr>
          <a:lstStyle>
            <a:lvl1pPr>
              <a:defRPr sz="3200">
                <a:gradFill>
                  <a:gsLst>
                    <a:gs pos="0">
                      <a:schemeClr val="accent5"/>
                    </a:gs>
                    <a:gs pos="100000">
                      <a:schemeClr val="accent2"/>
                    </a:gs>
                  </a:gsLst>
                  <a:lin ang="13800000" scaled="0"/>
                </a:gra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6F072A2-EBC7-B7EA-DA98-BAC0AA46E7A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2249424" y="1591056"/>
            <a:ext cx="7772400" cy="438912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CA8E192A-D6F1-1585-7133-0041C85402E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 algn="l"/>
            <a:r>
              <a:rPr lang="en-US" dirty="0"/>
              <a:t>Sample Footer Text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5602332-ECCE-37C9-0CA1-1743D107C8E3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278A6864-E7E2-494F-A90A-ECC53613C6EC}" type="datetime1">
              <a:rPr lang="en-US" smtClean="0"/>
              <a:t>2/25/2026</a:t>
            </a:fld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437B541-595D-1700-6A76-9AF7590B186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4476491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FC1155E4-5659-692F-6CDC-095E555AF698}"/>
              </a:ext>
            </a:extLst>
          </p:cNvPr>
          <p:cNvSpPr/>
          <p:nvPr/>
        </p:nvSpPr>
        <p:spPr>
          <a:xfrm rot="5400000" flipH="1">
            <a:off x="5175902" y="-5175894"/>
            <a:ext cx="1855397" cy="12207199"/>
          </a:xfrm>
          <a:prstGeom prst="rect">
            <a:avLst/>
          </a:prstGeom>
          <a:gradFill>
            <a:gsLst>
              <a:gs pos="0">
                <a:schemeClr val="accent5"/>
              </a:gs>
              <a:gs pos="90000">
                <a:schemeClr val="accent2"/>
              </a:gs>
            </a:gsLst>
            <a:lin ang="9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88AFD6F-0EAD-ADCF-CB9A-AB74C59048E1}"/>
              </a:ext>
            </a:extLst>
          </p:cNvPr>
          <p:cNvSpPr/>
          <p:nvPr/>
        </p:nvSpPr>
        <p:spPr>
          <a:xfrm rot="16200000">
            <a:off x="6635246" y="-3716556"/>
            <a:ext cx="1855397" cy="9288510"/>
          </a:xfrm>
          <a:prstGeom prst="rect">
            <a:avLst/>
          </a:prstGeom>
          <a:gradFill>
            <a:gsLst>
              <a:gs pos="45000">
                <a:schemeClr val="accent5">
                  <a:alpha val="0"/>
                </a:schemeClr>
              </a:gs>
              <a:gs pos="100000">
                <a:schemeClr val="accent5">
                  <a:lumMod val="60000"/>
                  <a:lumOff val="40000"/>
                </a:schemeClr>
              </a:gs>
            </a:gsLst>
            <a:lin ang="1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310896"/>
            <a:ext cx="10872216" cy="1225296"/>
          </a:xfrm>
        </p:spPr>
        <p:txBody>
          <a:bodyPr anchor="ctr">
            <a:normAutofit/>
          </a:bodyPr>
          <a:lstStyle>
            <a:lvl1pPr>
              <a:defRPr sz="32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6F072A2-EBC7-B7EA-DA98-BAC0AA46E7A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2249424" y="2313432"/>
            <a:ext cx="8732520" cy="3895344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CA8E192A-D6F1-1585-7133-0041C85402E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 algn="l"/>
            <a:r>
              <a:rPr lang="en-US"/>
              <a:t>Sample Footer Text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5602332-ECCE-37C9-0CA1-1743D107C8E3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2F4ED686-7864-484B-8047-F06E855FD995}" type="datetime1">
              <a:rPr lang="en-US" smtClean="0"/>
              <a:t>2/25/2026</a:t>
            </a:fld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437B541-595D-1700-6A76-9AF7590B186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2798108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1394E45B-1239-5927-7239-231AB33A23C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 rot="10800000">
            <a:off x="0" y="6743026"/>
            <a:ext cx="12207200" cy="123363"/>
            <a:chOff x="-5025" y="6737718"/>
            <a:chExt cx="12207200" cy="123363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C82CCE1C-1D53-2F67-CA11-693E1CA40CC5}"/>
                </a:ext>
              </a:extLst>
            </p:cNvPr>
            <p:cNvSpPr/>
            <p:nvPr/>
          </p:nvSpPr>
          <p:spPr>
            <a:xfrm rot="5400000" flipH="1">
              <a:off x="6036894" y="695800"/>
              <a:ext cx="123362" cy="12207199"/>
            </a:xfrm>
            <a:prstGeom prst="rect">
              <a:avLst/>
            </a:prstGeom>
            <a:gradFill>
              <a:gsLst>
                <a:gs pos="0">
                  <a:schemeClr val="accent5"/>
                </a:gs>
                <a:gs pos="100000">
                  <a:schemeClr val="accent2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1C77A3C2-9949-B8A0-8486-8228C60D0C3F}"/>
                </a:ext>
              </a:extLst>
            </p:cNvPr>
            <p:cNvSpPr/>
            <p:nvPr/>
          </p:nvSpPr>
          <p:spPr>
            <a:xfrm rot="16200000">
              <a:off x="9176406" y="3835311"/>
              <a:ext cx="123362" cy="5928176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640080"/>
            <a:ext cx="3493008" cy="3621024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dirty="0">
                <a:gradFill>
                  <a:gsLst>
                    <a:gs pos="0">
                      <a:schemeClr val="accent5"/>
                    </a:gs>
                    <a:gs pos="100000">
                      <a:schemeClr val="accent2"/>
                    </a:gs>
                  </a:gsLst>
                  <a:lin ang="13800000" scaled="0"/>
                </a:gra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C71126E-AEFA-B45A-CD39-AC1315E0333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892040" y="640081"/>
            <a:ext cx="6675120" cy="557784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F3B715D2-E75C-A2E6-CE7A-70CE2EFA5E82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 algn="l"/>
            <a:r>
              <a:rPr lang="en-US" dirty="0"/>
              <a:t>Sample Footer Text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1C4CAAF-9048-5116-D3C8-15E595C3BC25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CB8F8C76-8E31-4D47-BC79-85F35E81929B}" type="datetime1">
              <a:rPr lang="en-US" smtClean="0"/>
              <a:t>2/25/2026</a:t>
            </a:fld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BF8E49B-DD4C-66AF-8D2C-52110DB227F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1369830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F2293C7-9DD5-C84B-6A44-F0D117C4C94B}"/>
              </a:ext>
            </a:extLst>
          </p:cNvPr>
          <p:cNvSpPr/>
          <p:nvPr/>
        </p:nvSpPr>
        <p:spPr>
          <a:xfrm>
            <a:off x="3" y="-4323"/>
            <a:ext cx="4059076" cy="6869579"/>
          </a:xfrm>
          <a:prstGeom prst="rect">
            <a:avLst/>
          </a:prstGeom>
          <a:gradFill>
            <a:gsLst>
              <a:gs pos="7000">
                <a:schemeClr val="accent2"/>
              </a:gs>
              <a:gs pos="100000">
                <a:schemeClr val="accent5"/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C088F0D-A4DE-CAA0-43A6-84E52AD904F3}"/>
              </a:ext>
            </a:extLst>
          </p:cNvPr>
          <p:cNvSpPr/>
          <p:nvPr/>
        </p:nvSpPr>
        <p:spPr>
          <a:xfrm rot="10800000">
            <a:off x="-1" y="1061883"/>
            <a:ext cx="4059079" cy="5803372"/>
          </a:xfrm>
          <a:prstGeom prst="rect">
            <a:avLst/>
          </a:prstGeom>
          <a:gradFill flip="none" rotWithShape="1">
            <a:gsLst>
              <a:gs pos="0">
                <a:schemeClr val="accent5">
                  <a:lumMod val="75000"/>
                </a:schemeClr>
              </a:gs>
              <a:gs pos="60000">
                <a:schemeClr val="accent5">
                  <a:lumMod val="60000"/>
                  <a:lumOff val="40000"/>
                  <a:alpha val="0"/>
                </a:schemeClr>
              </a:gs>
            </a:gsLst>
            <a:path path="circle">
              <a:fillToRect r="100000" b="100000"/>
            </a:path>
            <a:tileRect l="-100000" t="-100000"/>
          </a:gra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5CD67E0-1350-1985-A4E1-5215AF902BF2}"/>
              </a:ext>
            </a:extLst>
          </p:cNvPr>
          <p:cNvSpPr/>
          <p:nvPr/>
        </p:nvSpPr>
        <p:spPr>
          <a:xfrm rot="16200000">
            <a:off x="-524095" y="1129367"/>
            <a:ext cx="5716870" cy="3449479"/>
          </a:xfrm>
          <a:prstGeom prst="rect">
            <a:avLst/>
          </a:prstGeom>
          <a:gradFill>
            <a:gsLst>
              <a:gs pos="0">
                <a:schemeClr val="accent5">
                  <a:alpha val="86000"/>
                </a:schemeClr>
              </a:gs>
              <a:gs pos="57000">
                <a:schemeClr val="accent2">
                  <a:alpha val="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640080"/>
            <a:ext cx="3081528" cy="4014216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dirty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C71126E-AEFA-B45A-CD39-AC1315E0333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892040" y="640081"/>
            <a:ext cx="6675120" cy="557784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2B6B8768-08ED-B8FE-AB87-3961B13E76EC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612648" y="6318504"/>
            <a:ext cx="3446431" cy="36576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0790CD73-4635-8D46-A7E8-EDF5E35D34ED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85640267-1344-46BE-B105-162E68855468}" type="datetime1">
              <a:rPr lang="en-US" smtClean="0"/>
              <a:t>2/25/2026</a:t>
            </a:fld>
            <a:endParaRPr lang="en-US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CE7E57EE-CAE7-24C5-9F1D-159F32ADDDD0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75345174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05272" y="502920"/>
            <a:ext cx="5961888" cy="1197864"/>
          </a:xfr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125E9B8B-7499-A48C-F314-3620CFFB8E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0" y="0"/>
            <a:ext cx="123362" cy="6858000"/>
            <a:chOff x="12068638" y="0"/>
            <a:chExt cx="123362" cy="685800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139B506F-0FAC-8905-0F05-E889644A7B96}"/>
                </a:ext>
              </a:extLst>
            </p:cNvPr>
            <p:cNvSpPr/>
            <p:nvPr/>
          </p:nvSpPr>
          <p:spPr>
            <a:xfrm>
              <a:off x="12068638" y="0"/>
              <a:ext cx="123362" cy="6858000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5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EDAC1EBA-955D-23C1-CCE1-CF2C6CBFD05B}"/>
                </a:ext>
              </a:extLst>
            </p:cNvPr>
            <p:cNvSpPr/>
            <p:nvPr/>
          </p:nvSpPr>
          <p:spPr>
            <a:xfrm>
              <a:off x="12068638" y="3527553"/>
              <a:ext cx="123362" cy="3330447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F96EE962-E57A-8EDB-7169-6EB04FA7539A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115866" y="0"/>
            <a:ext cx="4837176" cy="6858000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605272" y="1801367"/>
            <a:ext cx="5961888" cy="445312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851225D-49EF-5752-ACF2-F43EB2B36332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5605272" y="6318504"/>
            <a:ext cx="4096512" cy="365760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3A362DD-3333-1184-E97C-2FDF9D599F49}"/>
              </a:ext>
            </a:extLst>
          </p:cNvPr>
          <p:cNvSpPr>
            <a:spLocks noGrp="1"/>
          </p:cNvSpPr>
          <p:nvPr>
            <p:ph type="dt" sz="half" idx="16"/>
          </p:nvPr>
        </p:nvSpPr>
        <p:spPr>
          <a:xfrm>
            <a:off x="9701784" y="6318504"/>
            <a:ext cx="1865376" cy="365760"/>
          </a:xfrm>
        </p:spPr>
        <p:txBody>
          <a:bodyPr/>
          <a:lstStyle/>
          <a:p>
            <a:fld id="{1C45E567-307A-4358-87B7-AFD16C4C07D5}" type="datetime1">
              <a:rPr lang="en-US" smtClean="0"/>
              <a:t>2/25/2026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C21012C-B1FA-A889-A45D-1DA431A41443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56601091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02920"/>
            <a:ext cx="6858000" cy="841248"/>
          </a:xfr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648" y="1472184"/>
            <a:ext cx="6858000" cy="47823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55B44AF-FB05-4BBA-5AC9-C89D1BB5BE69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632EABA-2011-B91D-C867-6B03C4743305}"/>
              </a:ext>
            </a:extLst>
          </p:cNvPr>
          <p:cNvSpPr>
            <a:spLocks noGrp="1"/>
          </p:cNvSpPr>
          <p:nvPr>
            <p:ph type="dt" sz="half" idx="16"/>
          </p:nvPr>
        </p:nvSpPr>
        <p:spPr>
          <a:xfrm>
            <a:off x="4709160" y="6318504"/>
            <a:ext cx="2350008" cy="365760"/>
          </a:xfrm>
        </p:spPr>
        <p:txBody>
          <a:bodyPr/>
          <a:lstStyle/>
          <a:p>
            <a:fld id="{E016730A-3443-4D7F-BC47-3A3CDB3837FC}" type="datetime1">
              <a:rPr lang="en-US" smtClean="0"/>
              <a:t>2/25/2026</a:t>
            </a:fld>
            <a:endParaRPr lang="en-US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437E37F5-E579-D12C-536E-A9118707E1C6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>
          <a:xfrm>
            <a:off x="6976872" y="6318504"/>
            <a:ext cx="493776" cy="365760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19D3616B-B0C6-AB9E-48FA-05090671826A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8129142" y="0"/>
            <a:ext cx="3939493" cy="6858000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D5BBFBAF-5922-A442-5D1A-BC28ADE0D2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12068638" y="0"/>
            <a:ext cx="123362" cy="6858000"/>
            <a:chOff x="12068638" y="0"/>
            <a:chExt cx="123362" cy="6858000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E9DBF79C-336C-A5FC-F9A7-F678FEB5C351}"/>
                </a:ext>
              </a:extLst>
            </p:cNvPr>
            <p:cNvSpPr/>
            <p:nvPr/>
          </p:nvSpPr>
          <p:spPr>
            <a:xfrm>
              <a:off x="12068638" y="0"/>
              <a:ext cx="123362" cy="6858000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5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2B3E95C8-0894-01F3-97E4-60803AAA24AF}"/>
                </a:ext>
              </a:extLst>
            </p:cNvPr>
            <p:cNvSpPr/>
            <p:nvPr/>
          </p:nvSpPr>
          <p:spPr>
            <a:xfrm>
              <a:off x="12068638" y="3527553"/>
              <a:ext cx="123362" cy="3330447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301667840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06516" y="502920"/>
            <a:ext cx="6858000" cy="841248"/>
          </a:xfr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8AF4E90B-EF6F-24B4-C4FE-7FBC72B7E9E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115867" y="0"/>
            <a:ext cx="3968496" cy="6858000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3F50B082-E806-677A-B150-164003C5BF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0" y="0"/>
            <a:ext cx="123362" cy="6858000"/>
            <a:chOff x="12068638" y="0"/>
            <a:chExt cx="123362" cy="6858000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CEBF228F-ECC6-8326-8C59-4539BE646E46}"/>
                </a:ext>
              </a:extLst>
            </p:cNvPr>
            <p:cNvSpPr/>
            <p:nvPr/>
          </p:nvSpPr>
          <p:spPr>
            <a:xfrm>
              <a:off x="12068638" y="0"/>
              <a:ext cx="123362" cy="6858000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5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A29E235C-963A-D79C-5145-5233B1FD5A89}"/>
                </a:ext>
              </a:extLst>
            </p:cNvPr>
            <p:cNvSpPr/>
            <p:nvPr/>
          </p:nvSpPr>
          <p:spPr>
            <a:xfrm>
              <a:off x="12068638" y="3527553"/>
              <a:ext cx="123362" cy="3330447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706516" y="1472183"/>
            <a:ext cx="6858000" cy="47823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46FDC5C-46E3-4585-C089-E091BE6E5D36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4706516" y="6318504"/>
            <a:ext cx="4096512" cy="365760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721447D-8AA6-9863-0212-376200A916F4}"/>
              </a:ext>
            </a:extLst>
          </p:cNvPr>
          <p:cNvSpPr>
            <a:spLocks noGrp="1"/>
          </p:cNvSpPr>
          <p:nvPr>
            <p:ph type="dt" sz="half" idx="16"/>
          </p:nvPr>
        </p:nvSpPr>
        <p:spPr>
          <a:xfrm>
            <a:off x="8729070" y="6318504"/>
            <a:ext cx="2838090" cy="365760"/>
          </a:xfrm>
        </p:spPr>
        <p:txBody>
          <a:bodyPr/>
          <a:lstStyle/>
          <a:p>
            <a:fld id="{D9193AC5-F257-4C01-8A7B-A4CD87F22F04}" type="datetime1">
              <a:rPr lang="en-US" smtClean="0"/>
              <a:t>2/25/2026</a:t>
            </a:fld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6395A93-90A0-8500-32A5-2011DF9658FA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66926084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Ph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87AE7BB9-8F3B-888B-7C5F-C693E4B78B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12068638" y="0"/>
            <a:ext cx="123362" cy="6858000"/>
            <a:chOff x="12068638" y="0"/>
            <a:chExt cx="123362" cy="685800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7CA2AA3A-CAA5-475A-C3CD-9ABFCE2B0092}"/>
                </a:ext>
              </a:extLst>
            </p:cNvPr>
            <p:cNvSpPr/>
            <p:nvPr/>
          </p:nvSpPr>
          <p:spPr>
            <a:xfrm>
              <a:off x="12068638" y="0"/>
              <a:ext cx="123362" cy="6858000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5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B43ED07E-CBE3-22B8-BCE0-4F98BB64C4C6}"/>
                </a:ext>
              </a:extLst>
            </p:cNvPr>
            <p:cNvSpPr/>
            <p:nvPr/>
          </p:nvSpPr>
          <p:spPr>
            <a:xfrm>
              <a:off x="12068638" y="3527553"/>
              <a:ext cx="123362" cy="3330447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02920"/>
            <a:ext cx="4573413" cy="841248"/>
          </a:xfr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648" y="1472184"/>
            <a:ext cx="4573413" cy="47823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42B6E2F6-1C60-7678-922C-01C4DB211D7A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612648" y="6318504"/>
            <a:ext cx="2743200" cy="365760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D5BA7FF-A77E-82D8-382F-C60F9EB7D403}"/>
              </a:ext>
            </a:extLst>
          </p:cNvPr>
          <p:cNvSpPr>
            <a:spLocks noGrp="1"/>
          </p:cNvSpPr>
          <p:nvPr>
            <p:ph type="dt" sz="half" idx="16"/>
          </p:nvPr>
        </p:nvSpPr>
        <p:spPr>
          <a:xfrm>
            <a:off x="3355847" y="6318504"/>
            <a:ext cx="1418733" cy="365760"/>
          </a:xfrm>
        </p:spPr>
        <p:txBody>
          <a:bodyPr/>
          <a:lstStyle/>
          <a:p>
            <a:fld id="{A64EBB10-E93E-4729-97C4-FAB8DF4548E2}" type="datetime1">
              <a:rPr lang="en-US" smtClean="0"/>
              <a:t>2/25/2026</a:t>
            </a:fld>
            <a:endParaRPr lang="en-US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277AED5A-2B3B-6F43-CA78-5BF85217FD6E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>
          <a:xfrm>
            <a:off x="4692285" y="6318504"/>
            <a:ext cx="493776" cy="365760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EC59C038-AFE7-F1BB-D482-33E170892572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5844556" y="0"/>
            <a:ext cx="6224082" cy="6858000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874100484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Photo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02920"/>
            <a:ext cx="4389120" cy="1444752"/>
          </a:xfr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648" y="2084832"/>
            <a:ext cx="4389120" cy="4169664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7497486-A221-C6D1-050D-0B3DB326465B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612648" y="6318504"/>
            <a:ext cx="2651760" cy="365760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907AE70-2FE3-1872-0811-BC089F612855}"/>
              </a:ext>
            </a:extLst>
          </p:cNvPr>
          <p:cNvSpPr>
            <a:spLocks noGrp="1"/>
          </p:cNvSpPr>
          <p:nvPr>
            <p:ph type="dt" sz="half" idx="16"/>
          </p:nvPr>
        </p:nvSpPr>
        <p:spPr>
          <a:xfrm>
            <a:off x="3264408" y="6318504"/>
            <a:ext cx="1325880" cy="365760"/>
          </a:xfrm>
        </p:spPr>
        <p:txBody>
          <a:bodyPr/>
          <a:lstStyle/>
          <a:p>
            <a:fld id="{7040DD2C-7FC6-41A9-87A2-29E4EDD4A815}" type="datetime1">
              <a:rPr lang="en-US" smtClean="0"/>
              <a:t>2/25/2026</a:t>
            </a:fld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93EE6EB-FF56-B8A3-1408-5C43C49B256E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>
          <a:xfrm>
            <a:off x="4507992" y="6318504"/>
            <a:ext cx="493776" cy="365760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EE2866F3-0262-FC88-23E2-359D75EA8A79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5660263" y="0"/>
            <a:ext cx="6408375" cy="6858000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5D76C82F-0CA8-713E-E19A-65D51910A5D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12068638" y="0"/>
            <a:ext cx="123362" cy="6858000"/>
            <a:chOff x="12068638" y="0"/>
            <a:chExt cx="123362" cy="6858000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C3A0EB22-0640-E9D6-5C90-504668EDC47C}"/>
                </a:ext>
              </a:extLst>
            </p:cNvPr>
            <p:cNvSpPr/>
            <p:nvPr/>
          </p:nvSpPr>
          <p:spPr>
            <a:xfrm>
              <a:off x="12068638" y="0"/>
              <a:ext cx="123362" cy="6858000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5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B995F219-6751-8C9C-0F4E-1048F537CB61}"/>
                </a:ext>
              </a:extLst>
            </p:cNvPr>
            <p:cNvSpPr/>
            <p:nvPr/>
          </p:nvSpPr>
          <p:spPr>
            <a:xfrm>
              <a:off x="12068638" y="3527553"/>
              <a:ext cx="123362" cy="3330447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357406473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Photo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>
            <a:extLst>
              <a:ext uri="{FF2B5EF4-FFF2-40B4-BE49-F238E27FC236}">
                <a16:creationId xmlns:a16="http://schemas.microsoft.com/office/drawing/2014/main" id="{5C494689-2DF4-F719-B5A3-0E33B5AB96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 rot="10800000">
            <a:off x="0" y="6743026"/>
            <a:ext cx="12207200" cy="123363"/>
            <a:chOff x="-5025" y="6737718"/>
            <a:chExt cx="12207200" cy="123363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258C88C8-2ADC-03E1-DA79-C09C9FFCB400}"/>
                </a:ext>
              </a:extLst>
            </p:cNvPr>
            <p:cNvSpPr/>
            <p:nvPr/>
          </p:nvSpPr>
          <p:spPr>
            <a:xfrm rot="5400000" flipH="1">
              <a:off x="6036894" y="695800"/>
              <a:ext cx="123362" cy="12207199"/>
            </a:xfrm>
            <a:prstGeom prst="rect">
              <a:avLst/>
            </a:prstGeom>
            <a:gradFill>
              <a:gsLst>
                <a:gs pos="0">
                  <a:schemeClr val="accent5"/>
                </a:gs>
                <a:gs pos="100000">
                  <a:schemeClr val="accent2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6EE9281E-3F01-B630-B5DF-17CEE295D67F}"/>
                </a:ext>
              </a:extLst>
            </p:cNvPr>
            <p:cNvSpPr/>
            <p:nvPr/>
          </p:nvSpPr>
          <p:spPr>
            <a:xfrm rot="16200000">
              <a:off x="9176406" y="3835311"/>
              <a:ext cx="123362" cy="5928176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722376"/>
            <a:ext cx="3017520" cy="3364992"/>
          </a:xfrm>
        </p:spPr>
        <p:txBody>
          <a:bodyPr anchor="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85A6D87B-55DF-483B-0AF7-E6F2B6041C80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4105656" y="722376"/>
            <a:ext cx="3417212" cy="5440680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998356" y="722376"/>
            <a:ext cx="3566160" cy="544068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4" name="Footer Placeholder 13">
            <a:extLst>
              <a:ext uri="{FF2B5EF4-FFF2-40B4-BE49-F238E27FC236}">
                <a16:creationId xmlns:a16="http://schemas.microsoft.com/office/drawing/2014/main" id="{B46F9121-A740-6137-350B-F287FC3F65ED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71DDF62D-265F-648C-DEAF-A6B63AFE9A88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C8E3A8ED-7C53-48B7-8E07-F767A8357B67}" type="datetime1">
              <a:rPr lang="en-US" smtClean="0"/>
              <a:t>2/25/2026</a:t>
            </a:fld>
            <a:endParaRPr lang="en-US" dirty="0"/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4B1E5F69-8168-1838-71D3-E395524793E7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79586063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Photo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6DB5D765-4DB1-83CD-C254-A90B6611CFB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0" y="0"/>
            <a:ext cx="123362" cy="6858000"/>
            <a:chOff x="12068638" y="0"/>
            <a:chExt cx="123362" cy="685800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C69A84EF-6D24-A163-8B58-B5389FD4DDD7}"/>
                </a:ext>
              </a:extLst>
            </p:cNvPr>
            <p:cNvSpPr/>
            <p:nvPr/>
          </p:nvSpPr>
          <p:spPr>
            <a:xfrm>
              <a:off x="12068638" y="0"/>
              <a:ext cx="123362" cy="6858000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5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0E9A50A9-013C-611D-B106-1ED459519F51}"/>
                </a:ext>
              </a:extLst>
            </p:cNvPr>
            <p:cNvSpPr/>
            <p:nvPr/>
          </p:nvSpPr>
          <p:spPr>
            <a:xfrm>
              <a:off x="12068638" y="3527553"/>
              <a:ext cx="123362" cy="3330447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65592" y="502920"/>
            <a:ext cx="3401568" cy="1444752"/>
          </a:xfr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F8A45037-DD9A-9287-B37A-49CD4CC3CAFB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115866" y="-1"/>
            <a:ext cx="7397496" cy="6857999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165592" y="2084832"/>
            <a:ext cx="3401568" cy="4169664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6F5CC625-CD4F-F9C5-5E5D-05B78AE7CEE1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8165592" y="6318504"/>
            <a:ext cx="2333520" cy="365760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62B38A-33A6-F8AC-C9B9-FA400D29071B}"/>
              </a:ext>
            </a:extLst>
          </p:cNvPr>
          <p:cNvSpPr>
            <a:spLocks noGrp="1"/>
          </p:cNvSpPr>
          <p:nvPr>
            <p:ph type="dt" sz="half" idx="16"/>
          </p:nvPr>
        </p:nvSpPr>
        <p:spPr>
          <a:xfrm>
            <a:off x="10504406" y="6318504"/>
            <a:ext cx="1062754" cy="365760"/>
          </a:xfrm>
        </p:spPr>
        <p:txBody>
          <a:bodyPr/>
          <a:lstStyle/>
          <a:p>
            <a:fld id="{81AC3B39-0D1D-4C0E-BE8E-C570B18D6B3B}" type="datetime1">
              <a:rPr lang="en-US" smtClean="0"/>
              <a:t>2/25/2026</a:t>
            </a:fld>
            <a:endParaRPr lang="en-US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E5B1B358-15B5-2BEF-0B1B-0BC9F05FFA1A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01472260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Photo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02920"/>
            <a:ext cx="3401568" cy="1444752"/>
          </a:xfr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648" y="2084832"/>
            <a:ext cx="3401568" cy="4169664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12648" y="6318504"/>
            <a:ext cx="1975502" cy="365760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588150" y="6318504"/>
            <a:ext cx="1014586" cy="365760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0780F3AB-C899-4854-A4A4-B2E20F203358}" type="datetime1">
              <a:rPr lang="en-US" smtClean="0"/>
              <a:t>2/25/2026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520440" y="6318504"/>
            <a:ext cx="493776" cy="365760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85A6D87B-55DF-483B-0AF7-E6F2B6041C80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4802819" y="0"/>
            <a:ext cx="7265819" cy="6858000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DCFD1FA7-C4E8-DE5C-3B9D-DCD115B6C3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12068638" y="0"/>
            <a:ext cx="123362" cy="6858000"/>
            <a:chOff x="12068638" y="0"/>
            <a:chExt cx="123362" cy="6858000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4C133272-DC27-4D54-F532-D2039EAA5D95}"/>
                </a:ext>
              </a:extLst>
            </p:cNvPr>
            <p:cNvSpPr/>
            <p:nvPr/>
          </p:nvSpPr>
          <p:spPr>
            <a:xfrm>
              <a:off x="12068638" y="0"/>
              <a:ext cx="123362" cy="6858000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5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79C8420D-B6AB-D6E7-38A4-FFF30B404590}"/>
                </a:ext>
              </a:extLst>
            </p:cNvPr>
            <p:cNvSpPr/>
            <p:nvPr/>
          </p:nvSpPr>
          <p:spPr>
            <a:xfrm>
              <a:off x="12068638" y="3527553"/>
              <a:ext cx="123362" cy="3330447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832275273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Photo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65592" y="1008126"/>
            <a:ext cx="3401567" cy="1947672"/>
          </a:xfr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F93A3E8A-C3F5-3D0B-FDE4-68B52DFE7196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115866" y="0"/>
            <a:ext cx="7397496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E02754B6-EAB4-945C-FC4E-F8F7D453BC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0" y="0"/>
            <a:ext cx="123362" cy="6858000"/>
            <a:chOff x="12068638" y="0"/>
            <a:chExt cx="123362" cy="6858000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A699CF6F-40DA-4FCF-FBCF-9907CB96FB76}"/>
                </a:ext>
              </a:extLst>
            </p:cNvPr>
            <p:cNvSpPr/>
            <p:nvPr/>
          </p:nvSpPr>
          <p:spPr>
            <a:xfrm>
              <a:off x="12068638" y="0"/>
              <a:ext cx="123362" cy="6858000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5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47C8A1CA-3094-3344-5C05-30F5E18CD021}"/>
                </a:ext>
              </a:extLst>
            </p:cNvPr>
            <p:cNvSpPr/>
            <p:nvPr/>
          </p:nvSpPr>
          <p:spPr>
            <a:xfrm>
              <a:off x="12068638" y="3527553"/>
              <a:ext cx="123362" cy="3330447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165592" y="3099816"/>
            <a:ext cx="3401567" cy="3054096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228600" indent="0">
              <a:buNone/>
              <a:defRPr sz="1400"/>
            </a:lvl2pPr>
            <a:lvl3pPr marL="457200" indent="0">
              <a:buNone/>
              <a:defRPr sz="1400"/>
            </a:lvl3pPr>
            <a:lvl4pPr marL="685800" indent="0">
              <a:buNone/>
              <a:defRPr sz="1400"/>
            </a:lvl4pPr>
            <a:lvl5pPr marL="914400" indent="0">
              <a:buNone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D8C8E1E-13A9-668C-1F5C-BC271E6A05CF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8165592" y="6318504"/>
            <a:ext cx="2331720" cy="365760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9BE2343-B677-7565-070B-CEED0B0D5463}"/>
              </a:ext>
            </a:extLst>
          </p:cNvPr>
          <p:cNvSpPr>
            <a:spLocks noGrp="1"/>
          </p:cNvSpPr>
          <p:nvPr>
            <p:ph type="dt" sz="half" idx="16"/>
          </p:nvPr>
        </p:nvSpPr>
        <p:spPr>
          <a:xfrm>
            <a:off x="10497312" y="6318504"/>
            <a:ext cx="1069847" cy="365760"/>
          </a:xfrm>
        </p:spPr>
        <p:txBody>
          <a:bodyPr/>
          <a:lstStyle/>
          <a:p>
            <a:fld id="{1095A040-388D-41D5-A09F-3EC1A1D097A8}" type="datetime1">
              <a:rPr lang="en-US" smtClean="0"/>
              <a:t>2/25/2026</a:t>
            </a:fld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94BC881-6669-50F2-64F2-57BD81A93BCE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65685424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Photo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4956312"/>
            <a:ext cx="3647839" cy="1420235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1C17E7B2-E2F9-D41D-D140-E89E0C3F5B96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0" y="1"/>
            <a:ext cx="12192000" cy="4591025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7A6CD91D-B3A8-3626-F189-B9F77A315D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 rot="10800000">
            <a:off x="0" y="4591027"/>
            <a:ext cx="12198096" cy="123363"/>
            <a:chOff x="-5025" y="6737718"/>
            <a:chExt cx="12207200" cy="123363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6869147E-E51A-3B94-6CD8-EE629F879704}"/>
                </a:ext>
              </a:extLst>
            </p:cNvPr>
            <p:cNvSpPr/>
            <p:nvPr/>
          </p:nvSpPr>
          <p:spPr>
            <a:xfrm rot="5400000" flipH="1">
              <a:off x="6036894" y="695800"/>
              <a:ext cx="123362" cy="12207199"/>
            </a:xfrm>
            <a:prstGeom prst="rect">
              <a:avLst/>
            </a:prstGeom>
            <a:gradFill>
              <a:gsLst>
                <a:gs pos="0">
                  <a:schemeClr val="accent5"/>
                </a:gs>
                <a:gs pos="100000">
                  <a:schemeClr val="accent2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7DCD771F-7FFC-BCEC-B388-8883BD9CBC61}"/>
                </a:ext>
              </a:extLst>
            </p:cNvPr>
            <p:cNvSpPr/>
            <p:nvPr/>
          </p:nvSpPr>
          <p:spPr>
            <a:xfrm rot="16200000">
              <a:off x="9176406" y="3835311"/>
              <a:ext cx="123362" cy="5928176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257800" y="4956312"/>
            <a:ext cx="6309360" cy="1420235"/>
          </a:xfrm>
        </p:spPr>
        <p:txBody>
          <a:bodyPr>
            <a:normAutofit/>
          </a:bodyPr>
          <a:lstStyle>
            <a:lvl1pPr marL="0" indent="0">
              <a:buFont typeface="Arial" panose="020B0604020202020204" pitchFamily="34" charset="0"/>
              <a:buNone/>
              <a:defRPr sz="1600"/>
            </a:lvl1pPr>
            <a:lvl2pPr marL="228600" indent="0">
              <a:buFont typeface="Arial" panose="020B0604020202020204" pitchFamily="34" charset="0"/>
              <a:buNone/>
              <a:defRPr sz="1400"/>
            </a:lvl2pPr>
            <a:lvl3pPr marL="457200" indent="0">
              <a:buFont typeface="Arial" panose="020B0604020202020204" pitchFamily="34" charset="0"/>
              <a:buNone/>
              <a:defRPr sz="1400"/>
            </a:lvl3pPr>
            <a:lvl4pPr marL="685800" indent="0">
              <a:buFont typeface="Arial" panose="020B0604020202020204" pitchFamily="34" charset="0"/>
              <a:buNone/>
              <a:defRPr sz="1400"/>
            </a:lvl4pPr>
            <a:lvl5pPr marL="914400" indent="0">
              <a:buFont typeface="Arial" panose="020B0604020202020204" pitchFamily="34" charset="0"/>
              <a:buNone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CB542C-378A-4AAF-83EE-A3767FF83605}" type="datetime1">
              <a:rPr lang="en-US" smtClean="0"/>
              <a:t>2/25/2026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7573484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Photo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4093596"/>
            <a:ext cx="2953618" cy="2007912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B8FB154D-4A60-735B-FA5C-F17F96D0F7DD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0"/>
            <a:ext cx="12192000" cy="3700807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268555" y="4093596"/>
            <a:ext cx="7298605" cy="2289578"/>
          </a:xfr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sz="1800"/>
            </a:lvl1pPr>
            <a:lvl2pPr marL="514350" indent="-285750">
              <a:buFont typeface="Arial" panose="020B0604020202020204" pitchFamily="34" charset="0"/>
              <a:buChar char="•"/>
              <a:defRPr sz="1600"/>
            </a:lvl2pPr>
            <a:lvl3pPr marL="742950" indent="-285750">
              <a:buFont typeface="Arial" panose="020B0604020202020204" pitchFamily="34" charset="0"/>
              <a:buChar char="•"/>
              <a:defRPr sz="1400"/>
            </a:lvl3pPr>
            <a:lvl4pPr marL="857250" indent="-171450">
              <a:buFont typeface="Arial" panose="020B0604020202020204" pitchFamily="34" charset="0"/>
              <a:buChar char="•"/>
              <a:defRPr sz="1400"/>
            </a:lvl4pPr>
            <a:lvl5pPr marL="1085850" indent="-171450">
              <a:buFont typeface="Arial" panose="020B0604020202020204" pitchFamily="34" charset="0"/>
              <a:buChar char="•"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4" name="Footer Placeholder 13">
            <a:extLst>
              <a:ext uri="{FF2B5EF4-FFF2-40B4-BE49-F238E27FC236}">
                <a16:creationId xmlns:a16="http://schemas.microsoft.com/office/drawing/2014/main" id="{3BD91724-58CE-FA68-1E24-9CD57621C129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13" name="Date Placeholder 12">
            <a:extLst>
              <a:ext uri="{FF2B5EF4-FFF2-40B4-BE49-F238E27FC236}">
                <a16:creationId xmlns:a16="http://schemas.microsoft.com/office/drawing/2014/main" id="{9AA293A1-7F80-90D9-D8FF-27238ADD7956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16C6F251-EB74-4ADA-AD63-D85EC3A9D616}" type="datetime1">
              <a:rPr lang="en-US" smtClean="0"/>
              <a:t>2/25/2026</a:t>
            </a:fld>
            <a:endParaRPr lang="en-US" dirty="0"/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3B9AC797-2D9B-C7AC-550D-157FEDA3800D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92399313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Photo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0333CDCF-1D03-5851-5ADE-6C229D9C93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12068638" y="0"/>
            <a:ext cx="123362" cy="6858000"/>
            <a:chOff x="12068638" y="0"/>
            <a:chExt cx="123362" cy="6858000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436CADBC-4985-70E0-56BE-1C8385BBCBD0}"/>
                </a:ext>
              </a:extLst>
            </p:cNvPr>
            <p:cNvSpPr/>
            <p:nvPr/>
          </p:nvSpPr>
          <p:spPr>
            <a:xfrm>
              <a:off x="12068638" y="0"/>
              <a:ext cx="123362" cy="6858000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5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431B3299-F1D4-88B7-5B22-7D623606691F}"/>
                </a:ext>
              </a:extLst>
            </p:cNvPr>
            <p:cNvSpPr/>
            <p:nvPr/>
          </p:nvSpPr>
          <p:spPr>
            <a:xfrm>
              <a:off x="12068638" y="3527553"/>
              <a:ext cx="123362" cy="3330447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87978"/>
            <a:ext cx="10954512" cy="969264"/>
          </a:xfrm>
        </p:spPr>
        <p:txBody>
          <a:bodyPr anchor="ctr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65C3B04B-96C8-DA90-9593-3508CE34B4E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612648" y="1801367"/>
            <a:ext cx="7015248" cy="4489704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1897688-419F-6EB2-5CC1-DC14924E5FC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252735" y="1801367"/>
            <a:ext cx="3314425" cy="4489704"/>
          </a:xfrm>
        </p:spPr>
        <p:txBody>
          <a:bodyPr anchor="ctr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E02B3BF-7794-675C-7382-345519B43BE3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8303468-1991-7CCF-2C67-0B5A3850BAD1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7305F46D-792E-48B7-9047-8A1672515077}" type="datetime1">
              <a:rPr lang="en-US" smtClean="0"/>
              <a:t>2/25/2026</a:t>
            </a:fld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5AF75D71-C32E-4EF6-2C8E-B5F29DBF4D14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01136276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Photo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F6287667-A4F8-6B7A-7C1E-415768F3B3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12068638" y="0"/>
            <a:ext cx="123362" cy="6858000"/>
            <a:chOff x="12068638" y="0"/>
            <a:chExt cx="123362" cy="685800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860F260A-40A1-ED4C-F5A8-F915D3BDB7F5}"/>
                </a:ext>
              </a:extLst>
            </p:cNvPr>
            <p:cNvSpPr/>
            <p:nvPr/>
          </p:nvSpPr>
          <p:spPr>
            <a:xfrm>
              <a:off x="12068638" y="0"/>
              <a:ext cx="123362" cy="6858000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5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879CD2C2-2541-1223-03B1-97955C134718}"/>
                </a:ext>
              </a:extLst>
            </p:cNvPr>
            <p:cNvSpPr/>
            <p:nvPr/>
          </p:nvSpPr>
          <p:spPr>
            <a:xfrm>
              <a:off x="12068638" y="3527553"/>
              <a:ext cx="123362" cy="3330447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02920"/>
            <a:ext cx="4669536" cy="1453896"/>
          </a:xfrm>
        </p:spPr>
        <p:txBody>
          <a:bodyPr anchor="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15A7BF66-FFF1-E318-9AFE-331E011D59C1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612648" y="2293938"/>
            <a:ext cx="4669536" cy="4024566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BAC3300-BF12-B200-9F06-8D5AC45CB7E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096000" y="502919"/>
            <a:ext cx="5471160" cy="5815585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F3134235-8D6E-735A-EBA0-BA533F60F020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9D2F68ED-5552-E109-B7F4-671217CABF2D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8B53D3FE-D727-4B50-874D-41D5E635B20A}" type="datetime1">
              <a:rPr lang="en-US" smtClean="0"/>
              <a:t>2/25/2026</a:t>
            </a:fld>
            <a:endParaRPr lang="en-US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573B9B49-4584-CFEF-738F-BE68D009CEA3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48920823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Photo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B53C02DA-0C9D-12C9-42BB-CC4820B41C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 rot="10800000">
            <a:off x="0" y="6743026"/>
            <a:ext cx="12207200" cy="123363"/>
            <a:chOff x="-5025" y="6737718"/>
            <a:chExt cx="12207200" cy="123363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43680A20-A590-D755-5AA0-BAF1B1402907}"/>
                </a:ext>
              </a:extLst>
            </p:cNvPr>
            <p:cNvSpPr/>
            <p:nvPr/>
          </p:nvSpPr>
          <p:spPr>
            <a:xfrm rot="5400000" flipH="1">
              <a:off x="6036894" y="695800"/>
              <a:ext cx="123362" cy="12207199"/>
            </a:xfrm>
            <a:prstGeom prst="rect">
              <a:avLst/>
            </a:prstGeom>
            <a:gradFill>
              <a:gsLst>
                <a:gs pos="0">
                  <a:schemeClr val="accent5"/>
                </a:gs>
                <a:gs pos="100000">
                  <a:schemeClr val="accent2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B6CA06CF-7B14-32D2-2412-3434710512EF}"/>
                </a:ext>
              </a:extLst>
            </p:cNvPr>
            <p:cNvSpPr/>
            <p:nvPr/>
          </p:nvSpPr>
          <p:spPr>
            <a:xfrm rot="16200000">
              <a:off x="9176406" y="3835311"/>
              <a:ext cx="123362" cy="5928176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02920"/>
            <a:ext cx="3645980" cy="1453896"/>
          </a:xfrm>
        </p:spPr>
        <p:txBody>
          <a:bodyPr anchor="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15A7BF66-FFF1-E318-9AFE-331E011D59C1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612648" y="2293938"/>
            <a:ext cx="3645980" cy="4024565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BAC3300-BF12-B200-9F06-8D5AC45CB7E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212227" y="502919"/>
            <a:ext cx="6354933" cy="5815584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0BFB2EA8-AADE-E8CD-890F-EA9F9968B253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B8772B0-B493-B608-E389-35329DEF2016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FE942071-3A2D-4B86-82F9-428DB212BAF8}" type="datetime1">
              <a:rPr lang="en-US" smtClean="0"/>
              <a:t>2/25/2026</a:t>
            </a:fld>
            <a:endParaRPr lang="en-US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D854D38F-A697-A216-CCCB-0C1A9DCBD2FC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07819952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ig Numb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0B93BC13-F3D8-0BDA-D1BF-7B8E455AC066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27362B5B-CACD-7203-74DE-7B0BBF7D69CE}"/>
              </a:ext>
            </a:extLst>
          </p:cNvPr>
          <p:cNvGrpSpPr/>
          <p:nvPr/>
        </p:nvGrpSpPr>
        <p:grpSpPr>
          <a:xfrm>
            <a:off x="-22276" y="-6922"/>
            <a:ext cx="12214276" cy="6869101"/>
            <a:chOff x="-22276" y="-6922"/>
            <a:chExt cx="12214276" cy="6869101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7D6A753B-AD01-7A7A-4F2D-C75592EC67B9}"/>
                </a:ext>
              </a:extLst>
            </p:cNvPr>
            <p:cNvSpPr/>
            <p:nvPr/>
          </p:nvSpPr>
          <p:spPr>
            <a:xfrm rot="5400000">
              <a:off x="2655863" y="-2678137"/>
              <a:ext cx="6857999" cy="12214275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93000">
                  <a:schemeClr val="accent5"/>
                </a:gs>
              </a:gsLst>
              <a:lin ang="42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 Light"/>
                <a:ea typeface="+mn-ea"/>
                <a:cs typeface="+mn-cs"/>
              </a:endParaRP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33E82525-BA9A-AA08-8DF0-B77178C6BC45}"/>
                </a:ext>
              </a:extLst>
            </p:cNvPr>
            <p:cNvSpPr/>
            <p:nvPr/>
          </p:nvSpPr>
          <p:spPr>
            <a:xfrm rot="16200000">
              <a:off x="3197276" y="-2132545"/>
              <a:ext cx="6850175" cy="11139273"/>
            </a:xfrm>
            <a:prstGeom prst="rect">
              <a:avLst/>
            </a:prstGeom>
            <a:gradFill flip="none" rotWithShape="1">
              <a:gsLst>
                <a:gs pos="0">
                  <a:schemeClr val="accent5">
                    <a:lumMod val="75000"/>
                  </a:schemeClr>
                </a:gs>
                <a:gs pos="32000">
                  <a:schemeClr val="accent5">
                    <a:alpha val="0"/>
                  </a:schemeClr>
                </a:gs>
              </a:gsLst>
              <a:lin ang="198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 Light"/>
                <a:ea typeface="+mn-ea"/>
                <a:cs typeface="+mn-cs"/>
              </a:endParaRP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0A4B5202-8712-82B4-1B42-E7E4336E8698}"/>
                </a:ext>
              </a:extLst>
            </p:cNvPr>
            <p:cNvSpPr/>
            <p:nvPr/>
          </p:nvSpPr>
          <p:spPr>
            <a:xfrm flipH="1">
              <a:off x="-22276" y="-6922"/>
              <a:ext cx="3849318" cy="6852919"/>
            </a:xfrm>
            <a:prstGeom prst="rect">
              <a:avLst/>
            </a:prstGeom>
            <a:gradFill>
              <a:gsLst>
                <a:gs pos="0">
                  <a:schemeClr val="accent5">
                    <a:lumMod val="75000"/>
                  </a:schemeClr>
                </a:gs>
                <a:gs pos="48000">
                  <a:schemeClr val="accent5">
                    <a:alpha val="0"/>
                  </a:schemeClr>
                </a:gs>
              </a:gsLst>
              <a:lin ang="114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 Light"/>
                <a:ea typeface="+mn-ea"/>
                <a:cs typeface="+mn-cs"/>
              </a:endParaRP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D95172D8-9117-7FB7-2347-567B5663C51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5400000">
              <a:off x="6189691" y="-743112"/>
              <a:ext cx="5263375" cy="6741243"/>
            </a:xfrm>
            <a:prstGeom prst="rect">
              <a:avLst/>
            </a:prstGeom>
            <a:gradFill flip="none" rotWithShape="1">
              <a:gsLst>
                <a:gs pos="2000">
                  <a:schemeClr val="accent5">
                    <a:lumMod val="60000"/>
                    <a:lumOff val="40000"/>
                    <a:alpha val="68000"/>
                  </a:schemeClr>
                </a:gs>
                <a:gs pos="48000">
                  <a:schemeClr val="accent5">
                    <a:lumMod val="60000"/>
                    <a:lumOff val="40000"/>
                    <a:alpha val="0"/>
                  </a:schemeClr>
                </a:gs>
              </a:gsLst>
              <a:lin ang="1800000" scaled="0"/>
              <a:tileRect/>
            </a:gra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 Light"/>
                <a:ea typeface="+mn-ea"/>
                <a:cs typeface="+mn-cs"/>
              </a:endParaRP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A13BB35F-4BB0-2BB5-FD14-127AFB0019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0" y="4928616"/>
            <a:ext cx="9912096" cy="1545336"/>
          </a:xfrm>
        </p:spPr>
        <p:txBody>
          <a:bodyPr anchor="t">
            <a:normAutofit/>
          </a:bodyPr>
          <a:lstStyle>
            <a:lvl1pPr algn="ctr">
              <a:lnSpc>
                <a:spcPct val="120000"/>
              </a:lnSpc>
              <a:defRPr sz="28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887C9CAD-F25A-225B-E7BA-4503FD713A4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30352" y="978408"/>
            <a:ext cx="11137392" cy="4114800"/>
          </a:xfrm>
        </p:spPr>
        <p:txBody>
          <a:bodyPr anchor="b">
            <a:normAutofit/>
          </a:bodyPr>
          <a:lstStyle>
            <a:lvl1pPr marL="0" indent="0" algn="ctr">
              <a:lnSpc>
                <a:spcPct val="90000"/>
              </a:lnSpc>
              <a:buNone/>
              <a:defRPr sz="278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1932224-E515-4E44-2832-0D5E94847CF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371D16-7052-CB51-10DB-659F8F77B25F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040D1012-6B36-4753-8153-E5F982239567}" type="datetime1">
              <a:rPr lang="en-US" smtClean="0"/>
              <a:t>2/25/2026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5B132CC-C4B7-E2AF-5520-00C69FF376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4028942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ig Numb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3BB35F-4BB0-2BB5-FD14-127AFB0019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4718304"/>
            <a:ext cx="6281928" cy="135331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lnSpc>
                <a:spcPct val="120000"/>
              </a:lnSpc>
              <a:defRPr lang="en-US" sz="2800" dirty="0"/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887C9CAD-F25A-225B-E7BA-4503FD713A4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21208" y="786384"/>
            <a:ext cx="11155680" cy="4334256"/>
          </a:xfrm>
        </p:spPr>
        <p:txBody>
          <a:bodyPr vert="horz" lIns="91440" tIns="45720" rIns="91440" bIns="45720" rtlCol="0" anchor="b">
            <a:normAutofit/>
          </a:bodyPr>
          <a:lstStyle>
            <a:lvl1pPr marL="0" indent="0">
              <a:buNone/>
              <a:defRPr lang="en-US" sz="27800" b="1" dirty="0">
                <a:gradFill>
                  <a:gsLst>
                    <a:gs pos="0">
                      <a:schemeClr val="accent2"/>
                    </a:gs>
                    <a:gs pos="100000">
                      <a:schemeClr val="accent5"/>
                    </a:gs>
                  </a:gsLst>
                  <a:lin ang="4200000" scaled="0"/>
                </a:gradFill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418D0173-56FC-C02C-32BA-73DB1BA380C4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02E2BBBB-FE25-456C-89E4-A0303F0273E5}" type="datetime1">
              <a:rPr lang="en-US" smtClean="0"/>
              <a:t>2/25/2026</a:t>
            </a:fld>
            <a:endParaRPr lang="en-US" dirty="0"/>
          </a:p>
        </p:txBody>
      </p:sp>
      <p:sp>
        <p:nvSpPr>
          <p:cNvPr id="14" name="Footer Placeholder 13">
            <a:extLst>
              <a:ext uri="{FF2B5EF4-FFF2-40B4-BE49-F238E27FC236}">
                <a16:creationId xmlns:a16="http://schemas.microsoft.com/office/drawing/2014/main" id="{06AFD340-D045-A82B-779A-CCE82B04A257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1B246833-56EB-2252-BAD6-8D369F554831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43256682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ig Numb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3BB35F-4BB0-2BB5-FD14-127AFB0019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4983480"/>
            <a:ext cx="6281928" cy="1353312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lnSpc>
                <a:spcPct val="120000"/>
              </a:lnSpc>
              <a:defRPr lang="en-US" sz="2800" dirty="0"/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887C9CAD-F25A-225B-E7BA-4503FD713A4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57200" y="182880"/>
            <a:ext cx="11247120" cy="4974336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lnSpc>
                <a:spcPct val="90000"/>
              </a:lnSpc>
              <a:buNone/>
              <a:defRPr lang="en-US" sz="32500" b="1" dirty="0">
                <a:gradFill>
                  <a:gsLst>
                    <a:gs pos="0">
                      <a:schemeClr val="accent2"/>
                    </a:gs>
                    <a:gs pos="100000">
                      <a:schemeClr val="accent5"/>
                    </a:gs>
                  </a:gsLst>
                  <a:lin ang="4200000" scaled="0"/>
                </a:gradFill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418D0173-56FC-C02C-32BA-73DB1BA380C4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1315EE4B-219D-4799-AB8D-57B100451C5D}" type="datetime1">
              <a:rPr lang="en-US" smtClean="0"/>
              <a:t>2/25/2026</a:t>
            </a:fld>
            <a:endParaRPr lang="en-US" dirty="0"/>
          </a:p>
        </p:txBody>
      </p:sp>
      <p:sp>
        <p:nvSpPr>
          <p:cNvPr id="14" name="Footer Placeholder 13">
            <a:extLst>
              <a:ext uri="{FF2B5EF4-FFF2-40B4-BE49-F238E27FC236}">
                <a16:creationId xmlns:a16="http://schemas.microsoft.com/office/drawing/2014/main" id="{06AFD340-D045-A82B-779A-CCE82B04A257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1B246833-56EB-2252-BAD6-8D369F554831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27445083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91440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12648" y="630936"/>
            <a:ext cx="8266176" cy="5605272"/>
          </a:xfrm>
        </p:spPr>
        <p:txBody>
          <a:bodyPr anchor="ctr">
            <a:normAutofit/>
          </a:bodyPr>
          <a:lstStyle>
            <a:lvl1pPr marL="0" indent="0">
              <a:lnSpc>
                <a:spcPct val="100000"/>
              </a:lnSpc>
              <a:buNone/>
              <a:defRPr sz="5400" b="1">
                <a:gradFill>
                  <a:gsLst>
                    <a:gs pos="0">
                      <a:schemeClr val="accent2"/>
                    </a:gs>
                    <a:gs pos="100000">
                      <a:schemeClr val="accent5"/>
                    </a:gs>
                  </a:gsLst>
                  <a:lin ang="0" scaled="0"/>
                </a:gradFill>
              </a:defRPr>
            </a:lvl1pPr>
            <a:lvl2pPr marL="228600" indent="0">
              <a:lnSpc>
                <a:spcPct val="100000"/>
              </a:lnSpc>
              <a:buNone/>
              <a:defRPr sz="4800" b="1">
                <a:gradFill>
                  <a:gsLst>
                    <a:gs pos="0">
                      <a:schemeClr val="accent2"/>
                    </a:gs>
                    <a:gs pos="100000">
                      <a:schemeClr val="accent5"/>
                    </a:gs>
                  </a:gsLst>
                  <a:lin ang="0" scaled="0"/>
                </a:gradFill>
              </a:defRPr>
            </a:lvl2pPr>
            <a:lvl3pPr marL="457200" indent="0">
              <a:lnSpc>
                <a:spcPct val="100000"/>
              </a:lnSpc>
              <a:buNone/>
              <a:defRPr sz="4400" b="1">
                <a:gradFill>
                  <a:gsLst>
                    <a:gs pos="0">
                      <a:schemeClr val="accent2"/>
                    </a:gs>
                    <a:gs pos="100000">
                      <a:schemeClr val="accent5"/>
                    </a:gs>
                  </a:gsLst>
                  <a:lin ang="0" scaled="0"/>
                </a:gradFill>
              </a:defRPr>
            </a:lvl3pPr>
            <a:lvl4pPr marL="685800" indent="0">
              <a:lnSpc>
                <a:spcPct val="100000"/>
              </a:lnSpc>
              <a:buNone/>
              <a:defRPr sz="4000" b="1">
                <a:gradFill>
                  <a:gsLst>
                    <a:gs pos="0">
                      <a:schemeClr val="accent2"/>
                    </a:gs>
                    <a:gs pos="100000">
                      <a:schemeClr val="accent5"/>
                    </a:gs>
                  </a:gsLst>
                  <a:lin ang="0" scaled="0"/>
                </a:gradFill>
              </a:defRPr>
            </a:lvl4pPr>
            <a:lvl5pPr marL="914400" indent="0">
              <a:lnSpc>
                <a:spcPct val="100000"/>
              </a:lnSpc>
              <a:buNone/>
              <a:defRPr sz="3600" b="1">
                <a:gradFill>
                  <a:gsLst>
                    <a:gs pos="0">
                      <a:schemeClr val="accent2"/>
                    </a:gs>
                    <a:gs pos="100000">
                      <a:schemeClr val="accent5"/>
                    </a:gs>
                  </a:gsLst>
                  <a:lin ang="0" scaled="0"/>
                </a:gradFill>
              </a:defRPr>
            </a:lvl5pPr>
          </a:lstStyle>
          <a:p>
            <a:pPr lvl="0"/>
            <a:r>
              <a:rPr lang="en-US" dirty="0"/>
              <a:t>Click to edit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0E9E314-CB58-F3CE-7C32-D6103621A2D5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E9E12D21-0607-5120-F81C-6E1DA0652CFB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6499AFF4-C109-45E7-87CB-3A41EC6C3342}" type="datetime1">
              <a:rPr lang="en-US" smtClean="0"/>
              <a:t>2/25/2026</a:t>
            </a:fld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0A1B35F-4D88-6EA9-8D55-4133CD961AF1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36120172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tatement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791C0A04-3BC7-B88E-3974-2A73D0A107E7}"/>
              </a:ext>
            </a:extLst>
          </p:cNvPr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B07991EE-474F-899B-8FEF-F82B3E5BDF10}"/>
              </a:ext>
            </a:extLst>
          </p:cNvPr>
          <p:cNvGrpSpPr/>
          <p:nvPr/>
        </p:nvGrpSpPr>
        <p:grpSpPr>
          <a:xfrm>
            <a:off x="-7285" y="-6922"/>
            <a:ext cx="12199285" cy="6869101"/>
            <a:chOff x="-22275" y="-6922"/>
            <a:chExt cx="12214275" cy="6869101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19D5B255-8277-F118-03CD-8BAE19E8D68B}"/>
                </a:ext>
              </a:extLst>
            </p:cNvPr>
            <p:cNvSpPr/>
            <p:nvPr/>
          </p:nvSpPr>
          <p:spPr>
            <a:xfrm rot="5400000">
              <a:off x="2655863" y="-2678137"/>
              <a:ext cx="6857999" cy="12214275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93000">
                  <a:schemeClr val="accent5"/>
                </a:gs>
              </a:gsLst>
              <a:lin ang="42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 Light"/>
                <a:ea typeface="+mn-ea"/>
                <a:cs typeface="+mn-cs"/>
              </a:endParaRP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2E8FF695-246F-077D-F2C8-36B38501750D}"/>
                </a:ext>
              </a:extLst>
            </p:cNvPr>
            <p:cNvSpPr/>
            <p:nvPr/>
          </p:nvSpPr>
          <p:spPr>
            <a:xfrm rot="16200000">
              <a:off x="3197276" y="-2132545"/>
              <a:ext cx="6850175" cy="11139273"/>
            </a:xfrm>
            <a:prstGeom prst="rect">
              <a:avLst/>
            </a:prstGeom>
            <a:gradFill flip="none" rotWithShape="1">
              <a:gsLst>
                <a:gs pos="0">
                  <a:schemeClr val="accent5">
                    <a:lumMod val="75000"/>
                  </a:schemeClr>
                </a:gs>
                <a:gs pos="32000">
                  <a:schemeClr val="accent5">
                    <a:alpha val="0"/>
                  </a:schemeClr>
                </a:gs>
              </a:gsLst>
              <a:lin ang="198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 Light"/>
                <a:ea typeface="+mn-ea"/>
                <a:cs typeface="+mn-cs"/>
              </a:endParaRP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1DB72F2E-896E-2C27-7B7B-07C3BA02B78E}"/>
                </a:ext>
              </a:extLst>
            </p:cNvPr>
            <p:cNvSpPr/>
            <p:nvPr/>
          </p:nvSpPr>
          <p:spPr>
            <a:xfrm flipH="1">
              <a:off x="-14981" y="-6922"/>
              <a:ext cx="3836566" cy="6852919"/>
            </a:xfrm>
            <a:prstGeom prst="rect">
              <a:avLst/>
            </a:prstGeom>
            <a:gradFill>
              <a:gsLst>
                <a:gs pos="0">
                  <a:schemeClr val="accent5">
                    <a:lumMod val="75000"/>
                  </a:schemeClr>
                </a:gs>
                <a:gs pos="48000">
                  <a:schemeClr val="accent5">
                    <a:alpha val="0"/>
                  </a:schemeClr>
                </a:gs>
              </a:gsLst>
              <a:lin ang="114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 Light"/>
                <a:ea typeface="+mn-ea"/>
                <a:cs typeface="+mn-cs"/>
              </a:endParaRP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9522BC71-28C2-81D8-FB44-31BC493BBF5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5400000">
              <a:off x="6189691" y="-743112"/>
              <a:ext cx="5263375" cy="6741243"/>
            </a:xfrm>
            <a:prstGeom prst="rect">
              <a:avLst/>
            </a:prstGeom>
            <a:gradFill flip="none" rotWithShape="1">
              <a:gsLst>
                <a:gs pos="2000">
                  <a:schemeClr val="accent5">
                    <a:lumMod val="60000"/>
                    <a:lumOff val="40000"/>
                    <a:alpha val="68000"/>
                  </a:schemeClr>
                </a:gs>
                <a:gs pos="48000">
                  <a:schemeClr val="accent5">
                    <a:lumMod val="60000"/>
                    <a:lumOff val="40000"/>
                    <a:alpha val="0"/>
                  </a:schemeClr>
                </a:gs>
              </a:gsLst>
              <a:lin ang="1800000" scaled="0"/>
              <a:tileRect/>
            </a:gra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 Light"/>
                <a:ea typeface="+mn-ea"/>
                <a:cs typeface="+mn-cs"/>
              </a:endParaRP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83681088-8C72-D3AA-E951-F32AA4318F6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 rot="10800000">
            <a:off x="-8784" y="6739061"/>
            <a:ext cx="12207240" cy="137160"/>
            <a:chOff x="-5025" y="6737718"/>
            <a:chExt cx="12207200" cy="123363"/>
          </a:xfrm>
          <a:solidFill>
            <a:schemeClr val="tx1"/>
          </a:solidFill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923FCCF6-A9CE-8C06-A018-3526E4B210A6}"/>
                </a:ext>
              </a:extLst>
            </p:cNvPr>
            <p:cNvSpPr/>
            <p:nvPr/>
          </p:nvSpPr>
          <p:spPr>
            <a:xfrm rot="5400000" flipH="1">
              <a:off x="6036894" y="695800"/>
              <a:ext cx="123362" cy="1220719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4641A033-DCF1-2B2E-7479-E074B140FA8C}"/>
                </a:ext>
              </a:extLst>
            </p:cNvPr>
            <p:cNvSpPr/>
            <p:nvPr/>
          </p:nvSpPr>
          <p:spPr>
            <a:xfrm rot="16200000">
              <a:off x="9176406" y="3835311"/>
              <a:ext cx="123362" cy="592817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83F83B6E-95ED-1D70-2F6E-8299525C04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12068636" y="0"/>
            <a:ext cx="137160" cy="6858000"/>
            <a:chOff x="12068638" y="0"/>
            <a:chExt cx="123362" cy="6858000"/>
          </a:xfrm>
          <a:solidFill>
            <a:schemeClr val="tx1"/>
          </a:solidFill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A1F59BE4-AC2E-2AB9-FE80-40CAF77CA798}"/>
                </a:ext>
              </a:extLst>
            </p:cNvPr>
            <p:cNvSpPr/>
            <p:nvPr/>
          </p:nvSpPr>
          <p:spPr>
            <a:xfrm>
              <a:off x="12068638" y="0"/>
              <a:ext cx="123362" cy="6858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701C2DAC-E593-02EE-C7E4-01B9BAA443C6}"/>
                </a:ext>
              </a:extLst>
            </p:cNvPr>
            <p:cNvSpPr/>
            <p:nvPr/>
          </p:nvSpPr>
          <p:spPr>
            <a:xfrm>
              <a:off x="12068638" y="3527553"/>
              <a:ext cx="123362" cy="333044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91440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12648" y="548640"/>
            <a:ext cx="7680960" cy="5605272"/>
          </a:xfrm>
        </p:spPr>
        <p:txBody>
          <a:bodyPr anchor="t">
            <a:normAutofit/>
          </a:bodyPr>
          <a:lstStyle>
            <a:lvl1pPr marL="0" indent="0">
              <a:lnSpc>
                <a:spcPct val="100000"/>
              </a:lnSpc>
              <a:buNone/>
              <a:defRPr sz="5600" b="1">
                <a:solidFill>
                  <a:schemeClr val="bg1"/>
                </a:solidFill>
              </a:defRPr>
            </a:lvl1pPr>
            <a:lvl2pPr marL="228600" indent="0">
              <a:lnSpc>
                <a:spcPct val="100000"/>
              </a:lnSpc>
              <a:buNone/>
              <a:defRPr sz="5600" b="1">
                <a:solidFill>
                  <a:schemeClr val="bg1"/>
                </a:solidFill>
              </a:defRPr>
            </a:lvl2pPr>
            <a:lvl3pPr marL="457200" indent="0">
              <a:lnSpc>
                <a:spcPct val="100000"/>
              </a:lnSpc>
              <a:buNone/>
              <a:defRPr sz="5600" b="1">
                <a:solidFill>
                  <a:schemeClr val="bg1"/>
                </a:solidFill>
              </a:defRPr>
            </a:lvl3pPr>
            <a:lvl4pPr marL="685800" indent="0">
              <a:lnSpc>
                <a:spcPct val="100000"/>
              </a:lnSpc>
              <a:buNone/>
              <a:defRPr sz="5600" b="1">
                <a:solidFill>
                  <a:schemeClr val="bg1"/>
                </a:solidFill>
              </a:defRPr>
            </a:lvl4pPr>
            <a:lvl5pPr marL="914400" indent="0">
              <a:lnSpc>
                <a:spcPct val="100000"/>
              </a:lnSpc>
              <a:buNone/>
              <a:defRPr sz="5600" b="1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4" name="Footer Placeholder 13">
            <a:extLst>
              <a:ext uri="{FF2B5EF4-FFF2-40B4-BE49-F238E27FC236}">
                <a16:creationId xmlns:a16="http://schemas.microsoft.com/office/drawing/2014/main" id="{132871A2-A450-61EB-7368-98B251F15495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13" name="Date Placeholder 12">
            <a:extLst>
              <a:ext uri="{FF2B5EF4-FFF2-40B4-BE49-F238E27FC236}">
                <a16:creationId xmlns:a16="http://schemas.microsoft.com/office/drawing/2014/main" id="{7CA33720-A04E-18B6-251B-16C80085F295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50AFEFF9-BDF1-4CFA-B535-0413D62BE29A}" type="datetime1">
              <a:rPr lang="en-US" smtClean="0"/>
              <a:t>2/25/2026</a:t>
            </a:fld>
            <a:endParaRPr lang="en-US" dirty="0"/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AC245A2E-4B49-CED7-ADDF-6624BCC88DDE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1222718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 3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6323AF82-B640-17D0-AC4B-55F4EDF5C4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0" y="0"/>
            <a:ext cx="123362" cy="6858000"/>
            <a:chOff x="12068638" y="0"/>
            <a:chExt cx="123362" cy="6858000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2DA5C8EA-7A6C-8AC0-78D1-F538329B41B8}"/>
                </a:ext>
              </a:extLst>
            </p:cNvPr>
            <p:cNvSpPr/>
            <p:nvPr/>
          </p:nvSpPr>
          <p:spPr>
            <a:xfrm>
              <a:off x="12068638" y="0"/>
              <a:ext cx="123362" cy="6858000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5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FF2FAD3C-DB75-D855-489D-B09F992EA0E9}"/>
                </a:ext>
              </a:extLst>
            </p:cNvPr>
            <p:cNvSpPr/>
            <p:nvPr/>
          </p:nvSpPr>
          <p:spPr>
            <a:xfrm>
              <a:off x="12068638" y="3527553"/>
              <a:ext cx="123362" cy="3330447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FB287CE5-00A5-FA1D-EB2D-E5CFD27420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 rot="10800000">
            <a:off x="12357" y="6746828"/>
            <a:ext cx="12188952" cy="123363"/>
            <a:chOff x="-5025" y="6737718"/>
            <a:chExt cx="12207200" cy="123363"/>
          </a:xfrm>
        </p:grpSpPr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12C43EBD-E088-A3CD-FCDE-E6ED8F87D148}"/>
                </a:ext>
              </a:extLst>
            </p:cNvPr>
            <p:cNvSpPr/>
            <p:nvPr/>
          </p:nvSpPr>
          <p:spPr>
            <a:xfrm rot="5400000" flipH="1">
              <a:off x="6036894" y="695800"/>
              <a:ext cx="123362" cy="12207199"/>
            </a:xfrm>
            <a:prstGeom prst="rect">
              <a:avLst/>
            </a:prstGeom>
            <a:gradFill>
              <a:gsLst>
                <a:gs pos="0">
                  <a:schemeClr val="accent5"/>
                </a:gs>
                <a:gs pos="100000">
                  <a:schemeClr val="accent2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AD88F00F-9D01-378E-377E-26B543D2FA77}"/>
                </a:ext>
              </a:extLst>
            </p:cNvPr>
            <p:cNvSpPr/>
            <p:nvPr/>
          </p:nvSpPr>
          <p:spPr>
            <a:xfrm rot="16200000">
              <a:off x="9176406" y="3835311"/>
              <a:ext cx="123362" cy="5928176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91440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882175" y="751366"/>
            <a:ext cx="8353433" cy="5402545"/>
          </a:xfrm>
        </p:spPr>
        <p:txBody>
          <a:bodyPr anchor="ctr">
            <a:normAutofit/>
          </a:bodyPr>
          <a:lstStyle>
            <a:lvl1pPr marL="0" indent="0">
              <a:lnSpc>
                <a:spcPct val="100000"/>
              </a:lnSpc>
              <a:buNone/>
              <a:defRPr sz="4800" b="1">
                <a:gradFill>
                  <a:gsLst>
                    <a:gs pos="0">
                      <a:schemeClr val="accent5"/>
                    </a:gs>
                    <a:gs pos="90000">
                      <a:schemeClr val="accent2"/>
                    </a:gs>
                  </a:gsLst>
                  <a:lin ang="9600000" scaled="0"/>
                </a:gradFill>
              </a:defRPr>
            </a:lvl1pPr>
            <a:lvl2pPr marL="228600" indent="0">
              <a:lnSpc>
                <a:spcPct val="100000"/>
              </a:lnSpc>
              <a:buNone/>
              <a:defRPr sz="4800" b="1">
                <a:gradFill>
                  <a:gsLst>
                    <a:gs pos="0">
                      <a:schemeClr val="accent5"/>
                    </a:gs>
                    <a:gs pos="90000">
                      <a:schemeClr val="accent2"/>
                    </a:gs>
                  </a:gsLst>
                  <a:lin ang="9600000" scaled="0"/>
                </a:gradFill>
              </a:defRPr>
            </a:lvl2pPr>
            <a:lvl3pPr marL="457200" indent="0">
              <a:lnSpc>
                <a:spcPct val="100000"/>
              </a:lnSpc>
              <a:buNone/>
              <a:defRPr sz="4800" b="1">
                <a:gradFill>
                  <a:gsLst>
                    <a:gs pos="0">
                      <a:schemeClr val="accent5"/>
                    </a:gs>
                    <a:gs pos="90000">
                      <a:schemeClr val="accent2"/>
                    </a:gs>
                  </a:gsLst>
                  <a:lin ang="9600000" scaled="0"/>
                </a:gradFill>
              </a:defRPr>
            </a:lvl3pPr>
            <a:lvl4pPr marL="685800" indent="0">
              <a:lnSpc>
                <a:spcPct val="100000"/>
              </a:lnSpc>
              <a:buNone/>
              <a:defRPr sz="4800" b="1">
                <a:gradFill>
                  <a:gsLst>
                    <a:gs pos="0">
                      <a:schemeClr val="accent5"/>
                    </a:gs>
                    <a:gs pos="90000">
                      <a:schemeClr val="accent2"/>
                    </a:gs>
                  </a:gsLst>
                  <a:lin ang="9600000" scaled="0"/>
                </a:gradFill>
              </a:defRPr>
            </a:lvl4pPr>
            <a:lvl5pPr marL="914400" indent="0">
              <a:lnSpc>
                <a:spcPct val="100000"/>
              </a:lnSpc>
              <a:buNone/>
              <a:defRPr sz="4800" b="1">
                <a:gradFill>
                  <a:gsLst>
                    <a:gs pos="0">
                      <a:schemeClr val="accent5"/>
                    </a:gs>
                    <a:gs pos="90000">
                      <a:schemeClr val="accent2"/>
                    </a:gs>
                  </a:gsLst>
                  <a:lin ang="9600000" scaled="0"/>
                </a:gradFill>
              </a:defRPr>
            </a:lvl5pPr>
          </a:lstStyle>
          <a:p>
            <a:pPr lvl="0"/>
            <a:r>
              <a:rPr lang="en-US" dirty="0"/>
              <a:t>Click to edit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4" name="Footer Placeholder 13">
            <a:extLst>
              <a:ext uri="{FF2B5EF4-FFF2-40B4-BE49-F238E27FC236}">
                <a16:creationId xmlns:a16="http://schemas.microsoft.com/office/drawing/2014/main" id="{132871A2-A450-61EB-7368-98B251F15495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13" name="Date Placeholder 12">
            <a:extLst>
              <a:ext uri="{FF2B5EF4-FFF2-40B4-BE49-F238E27FC236}">
                <a16:creationId xmlns:a16="http://schemas.microsoft.com/office/drawing/2014/main" id="{7CA33720-A04E-18B6-251B-16C80085F295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6E761A50-B070-4EAD-9EB9-92E4929324E7}" type="datetime1">
              <a:rPr lang="en-US" smtClean="0"/>
              <a:t>2/25/2026</a:t>
            </a:fld>
            <a:endParaRPr lang="en-US" dirty="0"/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AC245A2E-4B49-CED7-ADDF-6624BCC88DDE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8256984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DF72D5-B6AC-3F01-D0B7-E4B24906CCF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645920" y="5203004"/>
            <a:ext cx="9052560" cy="557784"/>
          </a:xfrm>
        </p:spPr>
        <p:txBody>
          <a:bodyPr anchor="ctr">
            <a:normAutofit/>
          </a:bodyPr>
          <a:lstStyle>
            <a:lvl1pPr>
              <a:lnSpc>
                <a:spcPct val="120000"/>
              </a:lnSpc>
              <a:defRPr sz="2400" b="1">
                <a:gradFill>
                  <a:gsLst>
                    <a:gs pos="0">
                      <a:schemeClr val="accent5"/>
                    </a:gs>
                    <a:gs pos="90000">
                      <a:schemeClr val="accent2"/>
                    </a:gs>
                  </a:gsLst>
                  <a:lin ang="9600000" scaled="0"/>
                </a:gradFill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0A93000-1238-849C-EADD-03910EE27D69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499616" y="1795462"/>
            <a:ext cx="9198864" cy="2871216"/>
          </a:xfrm>
        </p:spPr>
        <p:txBody>
          <a:bodyPr anchor="ctr">
            <a:normAutofit/>
          </a:bodyPr>
          <a:lstStyle>
            <a:lvl1pPr marL="137160" indent="-137160">
              <a:lnSpc>
                <a:spcPct val="100000"/>
              </a:lnSpc>
              <a:buNone/>
              <a:defRPr sz="4400"/>
            </a:lvl1pPr>
          </a:lstStyle>
          <a:p>
            <a:pPr lvl="0"/>
            <a:r>
              <a:rPr lang="en-US" dirty="0"/>
              <a:t>Click to edit Quote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26C0B63-D720-7E4B-EF47-C094EDA300A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091BBB-CF16-BAC6-4881-2B122B945B8A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9A1CBA35-F376-4C5F-B8C5-4C103617FD91}" type="datetime1">
              <a:rPr lang="en-US" smtClean="0"/>
              <a:t>2/25/2026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18C42D5-A475-3C08-9471-C59B3A49C8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80053167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FD93FB6C-5982-EAFA-94FA-F06EABA0EC3A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948F732B-25DE-1819-DB0A-266B26703011}"/>
              </a:ext>
            </a:extLst>
          </p:cNvPr>
          <p:cNvGrpSpPr/>
          <p:nvPr/>
        </p:nvGrpSpPr>
        <p:grpSpPr>
          <a:xfrm>
            <a:off x="807326" y="778051"/>
            <a:ext cx="10577346" cy="5314435"/>
            <a:chOff x="807326" y="778051"/>
            <a:chExt cx="10577346" cy="5314435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70BBD41E-DAB9-A564-3A2B-295B7AE87C42}"/>
                </a:ext>
              </a:extLst>
            </p:cNvPr>
            <p:cNvSpPr/>
            <p:nvPr/>
          </p:nvSpPr>
          <p:spPr>
            <a:xfrm rot="5400000" flipH="1">
              <a:off x="3438786" y="-1853401"/>
              <a:ext cx="5314432" cy="10577340"/>
            </a:xfrm>
            <a:prstGeom prst="rect">
              <a:avLst/>
            </a:prstGeom>
            <a:gradFill>
              <a:gsLst>
                <a:gs pos="0">
                  <a:schemeClr val="accent2">
                    <a:alpha val="78000"/>
                  </a:schemeClr>
                </a:gs>
                <a:gs pos="93000">
                  <a:schemeClr val="accent5">
                    <a:alpha val="85000"/>
                  </a:schemeClr>
                </a:gs>
              </a:gsLst>
              <a:lin ang="42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B54A4391-9FDD-C033-0A4D-647A73420405}"/>
                </a:ext>
              </a:extLst>
            </p:cNvPr>
            <p:cNvSpPr/>
            <p:nvPr/>
          </p:nvSpPr>
          <p:spPr>
            <a:xfrm rot="16200000" flipH="1">
              <a:off x="3445177" y="-1846407"/>
              <a:ext cx="5314435" cy="10563352"/>
            </a:xfrm>
            <a:prstGeom prst="rect">
              <a:avLst/>
            </a:prstGeom>
            <a:gradFill flip="none" rotWithShape="1">
              <a:gsLst>
                <a:gs pos="0">
                  <a:schemeClr val="accent5">
                    <a:alpha val="79000"/>
                  </a:schemeClr>
                </a:gs>
                <a:gs pos="32000">
                  <a:schemeClr val="accent5">
                    <a:alpha val="0"/>
                  </a:schemeClr>
                </a:gs>
              </a:gsLst>
              <a:lin ang="210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0290101F-E74A-5C0F-8CC5-E0B5E3DC0E24}"/>
                </a:ext>
              </a:extLst>
            </p:cNvPr>
            <p:cNvSpPr/>
            <p:nvPr/>
          </p:nvSpPr>
          <p:spPr>
            <a:xfrm rot="10800000">
              <a:off x="807326" y="778051"/>
              <a:ext cx="3333441" cy="5308369"/>
            </a:xfrm>
            <a:prstGeom prst="rect">
              <a:avLst/>
            </a:prstGeom>
            <a:gradFill>
              <a:gsLst>
                <a:gs pos="0">
                  <a:schemeClr val="accent5">
                    <a:lumMod val="75000"/>
                  </a:schemeClr>
                </a:gs>
                <a:gs pos="48000">
                  <a:schemeClr val="accent5">
                    <a:alpha val="0"/>
                  </a:schemeClr>
                </a:gs>
              </a:gsLst>
              <a:lin ang="114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338E2756-2591-1046-1B67-C9DEEDDCB82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5400000" flipH="1">
              <a:off x="4205050" y="-1083744"/>
              <a:ext cx="4078718" cy="10273742"/>
            </a:xfrm>
            <a:prstGeom prst="rect">
              <a:avLst/>
            </a:prstGeom>
            <a:gradFill flip="none" rotWithShape="1">
              <a:gsLst>
                <a:gs pos="2000">
                  <a:schemeClr val="accent5">
                    <a:lumMod val="60000"/>
                    <a:lumOff val="40000"/>
                    <a:alpha val="68000"/>
                  </a:schemeClr>
                </a:gs>
                <a:gs pos="26000">
                  <a:schemeClr val="accent5">
                    <a:lumMod val="60000"/>
                    <a:lumOff val="40000"/>
                    <a:alpha val="0"/>
                  </a:schemeClr>
                </a:gs>
              </a:gsLst>
              <a:lin ang="1800000" scaled="0"/>
              <a:tileRect/>
            </a:gra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0DDF72D5-B6AC-3F01-D0B7-E4B24906CCF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01368" y="5120640"/>
            <a:ext cx="8549640" cy="621792"/>
          </a:xfrm>
        </p:spPr>
        <p:txBody>
          <a:bodyPr anchor="ctr">
            <a:normAutofit/>
          </a:bodyPr>
          <a:lstStyle>
            <a:lvl1pPr>
              <a:lnSpc>
                <a:spcPct val="120000"/>
              </a:lnSpc>
              <a:defRPr sz="1800" b="1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0A93000-1238-849C-EADD-03910EE27D69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655064" y="1965960"/>
            <a:ext cx="8695944" cy="2331720"/>
          </a:xfrm>
        </p:spPr>
        <p:txBody>
          <a:bodyPr anchor="ctr">
            <a:normAutofit/>
          </a:bodyPr>
          <a:lstStyle>
            <a:lvl1pPr marL="137160" indent="-137160">
              <a:lnSpc>
                <a:spcPct val="100000"/>
              </a:lnSpc>
              <a:buNone/>
              <a:defRPr sz="380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Quote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26C0B63-D720-7E4B-EF47-C094EDA300A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091BBB-CF16-BAC6-4881-2B122B945B8A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BA89D600-DCDC-4EC3-BDD3-052C2836DAF2}" type="datetime1">
              <a:rPr lang="en-US" smtClean="0"/>
              <a:t>2/25/2026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18C42D5-A475-3C08-9471-C59B3A49C8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74823633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93D49479-B594-DDBA-C16A-3A98635C8A4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12068638" y="0"/>
            <a:ext cx="123362" cy="6858000"/>
            <a:chOff x="12068638" y="0"/>
            <a:chExt cx="123362" cy="6858000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0E065CA7-C91C-8C4F-CD30-E6DB950A620B}"/>
                </a:ext>
              </a:extLst>
            </p:cNvPr>
            <p:cNvSpPr/>
            <p:nvPr/>
          </p:nvSpPr>
          <p:spPr>
            <a:xfrm>
              <a:off x="12068638" y="0"/>
              <a:ext cx="123362" cy="6858000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5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ADCDB482-1274-EA4E-11EA-FDB308F1540E}"/>
                </a:ext>
              </a:extLst>
            </p:cNvPr>
            <p:cNvSpPr/>
            <p:nvPr/>
          </p:nvSpPr>
          <p:spPr>
            <a:xfrm>
              <a:off x="12068638" y="3527553"/>
              <a:ext cx="123362" cy="3330447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8FAEF3D1-EB50-234E-F0C0-5C4E6FB699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 rot="10800000">
            <a:off x="-1091" y="0"/>
            <a:ext cx="12188952" cy="123363"/>
            <a:chOff x="-5025" y="6737718"/>
            <a:chExt cx="12207200" cy="123363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5B35CE4F-16F9-575C-78CA-4F076F0C3D1F}"/>
                </a:ext>
              </a:extLst>
            </p:cNvPr>
            <p:cNvSpPr/>
            <p:nvPr/>
          </p:nvSpPr>
          <p:spPr>
            <a:xfrm rot="5400000" flipH="1">
              <a:off x="6036894" y="695800"/>
              <a:ext cx="123362" cy="12207199"/>
            </a:xfrm>
            <a:prstGeom prst="rect">
              <a:avLst/>
            </a:prstGeom>
            <a:gradFill>
              <a:gsLst>
                <a:gs pos="0">
                  <a:schemeClr val="accent5"/>
                </a:gs>
                <a:gs pos="100000">
                  <a:schemeClr val="accent2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FD59711A-5559-82B6-B156-35D79618FF56}"/>
                </a:ext>
              </a:extLst>
            </p:cNvPr>
            <p:cNvSpPr/>
            <p:nvPr/>
          </p:nvSpPr>
          <p:spPr>
            <a:xfrm rot="16200000">
              <a:off x="9176406" y="3835311"/>
              <a:ext cx="123362" cy="5928176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0DDF72D5-B6AC-3F01-D0B7-E4B24906CCF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79836" y="5192776"/>
            <a:ext cx="8494776" cy="621792"/>
          </a:xfrm>
        </p:spPr>
        <p:txBody>
          <a:bodyPr anchor="ctr">
            <a:normAutofit/>
          </a:bodyPr>
          <a:lstStyle>
            <a:lvl1pPr>
              <a:lnSpc>
                <a:spcPct val="120000"/>
              </a:lnSpc>
              <a:defRPr sz="1800" b="1">
                <a:gradFill>
                  <a:gsLst>
                    <a:gs pos="0">
                      <a:schemeClr val="accent2"/>
                    </a:gs>
                    <a:gs pos="90000">
                      <a:schemeClr val="accent5"/>
                    </a:gs>
                  </a:gsLst>
                  <a:lin ang="9600000" scaled="0"/>
                </a:gradFill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0A93000-1238-849C-EADD-03910EE27D69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233532" y="1792224"/>
            <a:ext cx="8641080" cy="2871216"/>
          </a:xfrm>
        </p:spPr>
        <p:txBody>
          <a:bodyPr anchor="ctr">
            <a:normAutofit/>
          </a:bodyPr>
          <a:lstStyle>
            <a:lvl1pPr marL="137160" indent="-137160">
              <a:lnSpc>
                <a:spcPct val="100000"/>
              </a:lnSpc>
              <a:buNone/>
              <a:defRPr sz="3600">
                <a:gradFill>
                  <a:gsLst>
                    <a:gs pos="0">
                      <a:schemeClr val="accent2"/>
                    </a:gs>
                    <a:gs pos="90000">
                      <a:schemeClr val="accent5"/>
                    </a:gs>
                  </a:gsLst>
                  <a:lin ang="9600000" scaled="0"/>
                </a:gradFill>
              </a:defRPr>
            </a:lvl1pPr>
          </a:lstStyle>
          <a:p>
            <a:pPr lvl="0"/>
            <a:r>
              <a:rPr lang="en-US" dirty="0"/>
              <a:t>Click to edit Quote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26C0B63-D720-7E4B-EF47-C094EDA300A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091BBB-CF16-BAC6-4881-2B122B945B8A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3ADB2DB3-0A08-4E5B-8BB6-A488CF1C042F}" type="datetime1">
              <a:rPr lang="en-US" smtClean="0"/>
              <a:t>2/25/2026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18C42D5-A475-3C08-9471-C59B3A49C8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59959542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D0B646A9-91B4-D2CF-8B72-68E668219C00}"/>
              </a:ext>
            </a:extLst>
          </p:cNvPr>
          <p:cNvSpPr/>
          <p:nvPr/>
        </p:nvSpPr>
        <p:spPr>
          <a:xfrm rot="5400000" flipH="1">
            <a:off x="5175902" y="-5175894"/>
            <a:ext cx="1855397" cy="12207199"/>
          </a:xfrm>
          <a:prstGeom prst="rect">
            <a:avLst/>
          </a:prstGeom>
          <a:gradFill>
            <a:gsLst>
              <a:gs pos="0">
                <a:schemeClr val="accent5"/>
              </a:gs>
              <a:gs pos="90000">
                <a:schemeClr val="accent2"/>
              </a:gs>
            </a:gsLst>
            <a:lin ang="9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02920"/>
            <a:ext cx="10954512" cy="1197864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A7BFCD9-16A4-5745-7BB3-7836095FF16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2648" y="2133600"/>
            <a:ext cx="5166360" cy="4184904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F30EDC57-7D17-D4C8-5C60-A44A480EA99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400800" y="2128115"/>
            <a:ext cx="5166360" cy="4190389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92A082C-5D4A-4A20-87E3-9906B5F3BAF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pPr algn="l"/>
            <a:r>
              <a:rPr lang="en-US"/>
              <a:t>Sample Footer Text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C2184DE-1D38-B3AE-D560-557B3726B547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7A329DD1-6F17-4170-B2B1-1A76C32D62A1}" type="datetime1">
              <a:rPr lang="en-US" smtClean="0"/>
              <a:t>2/25/2026</a:t>
            </a:fld>
            <a:endParaRPr lang="en-US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D66BE47-AC20-1061-07AD-89A41D02F482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30951899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BC704A21-3725-4536-B210-EAED58DE1544}"/>
              </a:ext>
            </a:extLst>
          </p:cNvPr>
          <p:cNvSpPr/>
          <p:nvPr/>
        </p:nvSpPr>
        <p:spPr>
          <a:xfrm rot="5400000" flipH="1">
            <a:off x="5175902" y="-5175894"/>
            <a:ext cx="1855397" cy="12207199"/>
          </a:xfrm>
          <a:prstGeom prst="rect">
            <a:avLst/>
          </a:prstGeom>
          <a:gradFill>
            <a:gsLst>
              <a:gs pos="0">
                <a:schemeClr val="accent5"/>
              </a:gs>
              <a:gs pos="90000">
                <a:schemeClr val="accent2"/>
              </a:gs>
            </a:gsLst>
            <a:lin ang="9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1FEE969-634D-6E32-D227-18E9282C6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02920"/>
            <a:ext cx="10953750" cy="1197864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12648" y="2128111"/>
            <a:ext cx="5166360" cy="484632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400" b="0" cap="none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7B5BB1DC-4DAA-D220-25A9-5752C158FDD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2648" y="2722893"/>
            <a:ext cx="5166360" cy="3595611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400800" y="2128109"/>
            <a:ext cx="5166360" cy="484633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400" b="0" cap="none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BAB67A04-5E8D-18C5-D47A-A5B5CFE568A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400038" y="2722893"/>
            <a:ext cx="5166360" cy="3595611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0669AB3-1083-59C6-B9F8-A35C0D406617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pPr algn="l"/>
            <a:r>
              <a:rPr lang="en-US"/>
              <a:t>Sample Footer Text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D0645D-C128-9FF0-2E8B-D2E3E34687DA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BA7E6053-DA33-4DC9-86BB-0E52E5EB5B56}" type="datetime1">
              <a:rPr lang="en-US" smtClean="0"/>
              <a:t>2/25/2026</a:t>
            </a:fld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CC6DDA88-C058-DDD5-F19B-8B5E7B86C681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42253525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72CE4D-D83F-44D4-ACB0-A88A6B9DB4F7}" type="datetime1">
              <a:rPr lang="en-US" smtClean="0"/>
              <a:t>2/25/2026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735972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AA6C9-A7F3-19F1-D17C-A1D83FAF5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C4D82-0182-501C-9231-4676768047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62F981-1EE1-49F5-B605-4EA23F0307AC}" type="datetime1">
              <a:rPr lang="en-US" smtClean="0"/>
              <a:t>2/25/2026</a:t>
            </a:fld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BB816-1B94-116F-92D4-6043AE9E0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3245105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36BE0305-2234-39DE-EC35-B6881018EC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 rot="10800000">
            <a:off x="0" y="6743026"/>
            <a:ext cx="12207200" cy="123363"/>
            <a:chOff x="-5025" y="6737718"/>
            <a:chExt cx="12207200" cy="123363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BEBF17BE-BA15-771A-79F4-91B4C5C752FB}"/>
                </a:ext>
              </a:extLst>
            </p:cNvPr>
            <p:cNvSpPr/>
            <p:nvPr/>
          </p:nvSpPr>
          <p:spPr>
            <a:xfrm rot="5400000" flipH="1">
              <a:off x="6036894" y="695800"/>
              <a:ext cx="123362" cy="12207199"/>
            </a:xfrm>
            <a:prstGeom prst="rect">
              <a:avLst/>
            </a:prstGeom>
            <a:gradFill>
              <a:gsLst>
                <a:gs pos="0">
                  <a:schemeClr val="accent5"/>
                </a:gs>
                <a:gs pos="100000">
                  <a:schemeClr val="accent2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679ADE0D-3A86-F364-6B2A-F373A75E29AE}"/>
                </a:ext>
              </a:extLst>
            </p:cNvPr>
            <p:cNvSpPr/>
            <p:nvPr/>
          </p:nvSpPr>
          <p:spPr>
            <a:xfrm rot="16200000">
              <a:off x="9176406" y="3835311"/>
              <a:ext cx="123362" cy="5928176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C350C37F-77BE-E128-4248-D001C39E79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02920"/>
            <a:ext cx="3595634" cy="1808201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0EEBFB-2026-6A35-33ED-F008376B67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12648" y="2311121"/>
            <a:ext cx="3309608" cy="3993263"/>
          </a:xfrm>
        </p:spPr>
        <p:txBody>
          <a:bodyPr anchor="t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3B20A8-A604-C977-02C0-083BA86634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83299" y="502920"/>
            <a:ext cx="6283861" cy="5803262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85A215-184B-2105-0279-ED02F64458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F05638-7A56-469A-825A-1DFA60025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B6493B-A447-4205-AC2D-AE2DEDAE4E3B}" type="datetime1">
              <a:rPr lang="en-US" smtClean="0"/>
              <a:t>2/25/2026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C7CA46-892B-253A-3A28-7414E17B8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5748242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roup 19">
            <a:extLst>
              <a:ext uri="{FF2B5EF4-FFF2-40B4-BE49-F238E27FC236}">
                <a16:creationId xmlns:a16="http://schemas.microsoft.com/office/drawing/2014/main" id="{D02923E9-478C-95DE-C678-A683A36F53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 rot="10800000">
            <a:off x="0" y="6743026"/>
            <a:ext cx="12207200" cy="123363"/>
            <a:chOff x="-5025" y="6737718"/>
            <a:chExt cx="12207200" cy="123363"/>
          </a:xfrm>
        </p:grpSpPr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43DD8A0F-EB40-1201-2A23-685958AC5DF6}"/>
                </a:ext>
              </a:extLst>
            </p:cNvPr>
            <p:cNvSpPr/>
            <p:nvPr/>
          </p:nvSpPr>
          <p:spPr>
            <a:xfrm rot="5400000" flipH="1">
              <a:off x="6036894" y="695800"/>
              <a:ext cx="123362" cy="12207199"/>
            </a:xfrm>
            <a:prstGeom prst="rect">
              <a:avLst/>
            </a:prstGeom>
            <a:gradFill>
              <a:gsLst>
                <a:gs pos="0">
                  <a:schemeClr val="accent5"/>
                </a:gs>
                <a:gs pos="100000">
                  <a:schemeClr val="accent2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9B912E4F-3FBB-39E4-2EA2-BA0D8858A74D}"/>
                </a:ext>
              </a:extLst>
            </p:cNvPr>
            <p:cNvSpPr/>
            <p:nvPr/>
          </p:nvSpPr>
          <p:spPr>
            <a:xfrm rot="16200000">
              <a:off x="9176406" y="3835311"/>
              <a:ext cx="123362" cy="5928176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EFB06A09-98CF-FAC2-3708-AECC4360C6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02920"/>
            <a:ext cx="3713996" cy="2247200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2C4A61-EF2A-C5A5-B150-4448600B39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12648" y="2826137"/>
            <a:ext cx="3310128" cy="3434638"/>
          </a:xfrm>
        </p:spPr>
        <p:txBody>
          <a:bodyPr anchor="b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4" name="Footer Placeholder 23">
            <a:extLst>
              <a:ext uri="{FF2B5EF4-FFF2-40B4-BE49-F238E27FC236}">
                <a16:creationId xmlns:a16="http://schemas.microsoft.com/office/drawing/2014/main" id="{861F92C4-9651-789C-0B22-E6343EE25C7A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6CCD178F-4127-FE67-2F5D-0F1CE788439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153978" y="342016"/>
            <a:ext cx="6413182" cy="5976487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23" name="Date Placeholder 22">
            <a:extLst>
              <a:ext uri="{FF2B5EF4-FFF2-40B4-BE49-F238E27FC236}">
                <a16:creationId xmlns:a16="http://schemas.microsoft.com/office/drawing/2014/main" id="{8ACB14E1-4D3B-B55C-4791-64F774AC361F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1F9A354F-9C13-4261-9BA4-DD76051C2429}" type="datetime1">
              <a:rPr lang="en-US" smtClean="0"/>
              <a:t>2/25/2026</a:t>
            </a:fld>
            <a:endParaRPr lang="en-US" dirty="0"/>
          </a:p>
        </p:txBody>
      </p:sp>
      <p:sp>
        <p:nvSpPr>
          <p:cNvPr id="25" name="Slide Number Placeholder 24">
            <a:extLst>
              <a:ext uri="{FF2B5EF4-FFF2-40B4-BE49-F238E27FC236}">
                <a16:creationId xmlns:a16="http://schemas.microsoft.com/office/drawing/2014/main" id="{E55DAD34-8521-F119-F985-ABFBDD340032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79444858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F0AE463B-60C7-F01E-97F6-1486FB41D2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 rot="10800000">
            <a:off x="0" y="6743026"/>
            <a:ext cx="12207200" cy="123363"/>
            <a:chOff x="-5025" y="6737718"/>
            <a:chExt cx="12207200" cy="123363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EF94E48A-D751-8593-5D71-0683866A2404}"/>
                </a:ext>
              </a:extLst>
            </p:cNvPr>
            <p:cNvSpPr/>
            <p:nvPr/>
          </p:nvSpPr>
          <p:spPr>
            <a:xfrm rot="5400000" flipH="1">
              <a:off x="6036894" y="695800"/>
              <a:ext cx="123362" cy="12207199"/>
            </a:xfrm>
            <a:prstGeom prst="rect">
              <a:avLst/>
            </a:prstGeom>
            <a:gradFill>
              <a:gsLst>
                <a:gs pos="0">
                  <a:schemeClr val="accent5"/>
                </a:gs>
                <a:gs pos="100000">
                  <a:schemeClr val="accent2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355092F9-8C9B-4865-CB0E-EFD550A28ED3}"/>
                </a:ext>
              </a:extLst>
            </p:cNvPr>
            <p:cNvSpPr/>
            <p:nvPr/>
          </p:nvSpPr>
          <p:spPr>
            <a:xfrm rot="16200000">
              <a:off x="9176406" y="3835311"/>
              <a:ext cx="123362" cy="5928176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640080"/>
            <a:ext cx="10890373" cy="1463040"/>
          </a:xfrm>
        </p:spPr>
        <p:txBody>
          <a:bodyPr anchor="t">
            <a:normAutofit/>
          </a:bodyPr>
          <a:lstStyle>
            <a:lvl1pPr>
              <a:defRPr sz="6000">
                <a:gradFill>
                  <a:gsLst>
                    <a:gs pos="0">
                      <a:schemeClr val="accent2"/>
                    </a:gs>
                    <a:gs pos="100000">
                      <a:schemeClr val="accent5"/>
                    </a:gs>
                  </a:gsLst>
                  <a:lin ang="4200000" scaled="0"/>
                </a:gra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7E1FCC9-2D1D-9C6B-8C9A-E3D0A77DBEF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12648" y="3483864"/>
            <a:ext cx="10890374" cy="2834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7F5585-231E-4B46-143C-086AE5C56D2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52CF0D-DCF6-2401-8AD6-ED12BCF0D0F7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D3A9CD26-23FE-488A-AF3B-5DDE99301C10}" type="datetime1">
              <a:rPr lang="en-US" smtClean="0"/>
              <a:t>2/25/2026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CE8D9E-59BD-DBC5-F43C-8A6A21AE2F10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0659877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1627318"/>
            <a:ext cx="8430768" cy="1842020"/>
          </a:xfrm>
        </p:spPr>
        <p:txBody>
          <a:bodyPr anchor="b">
            <a:normAutofit/>
          </a:bodyPr>
          <a:lstStyle>
            <a:lvl1pPr>
              <a:defRPr sz="6000">
                <a:gradFill>
                  <a:gsLst>
                    <a:gs pos="0">
                      <a:schemeClr val="accent2"/>
                    </a:gs>
                    <a:gs pos="100000">
                      <a:schemeClr val="accent5"/>
                    </a:gs>
                  </a:gsLst>
                  <a:lin ang="4200000" scaled="0"/>
                </a:gra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648" y="3622673"/>
            <a:ext cx="8430768" cy="1609344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sz="2200" dirty="0"/>
            </a:lvl1pPr>
            <a:lvl2pPr marL="228600" indent="0">
              <a:buNone/>
              <a:defRPr lang="en-US" sz="1800" dirty="0"/>
            </a:lvl2pPr>
            <a:lvl3pPr marL="457200" indent="0">
              <a:buNone/>
              <a:defRPr lang="en-US" sz="1600" dirty="0"/>
            </a:lvl3pPr>
            <a:lvl4pPr marL="685800" indent="0">
              <a:buNone/>
              <a:defRPr lang="en-US" sz="1400" dirty="0"/>
            </a:lvl4pPr>
            <a:lvl5pPr marL="914400" indent="0">
              <a:buNone/>
              <a:defRPr lang="en-US" sz="1400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664FAF8-D2CD-617D-EEE4-AFE7E979984A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pPr algn="l"/>
            <a:r>
              <a:rPr lang="en-US" dirty="0"/>
              <a:t>Sample Footer Text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CAECC89-C65D-CAD6-3F7F-24F67D81DCF1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CC67263D-2536-4E2E-A4D6-BA89E45F00B0}" type="datetime1">
              <a:rPr lang="en-US" smtClean="0"/>
              <a:t>2/25/2026</a:t>
            </a:fld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0DB779D-8A81-935C-F850-6C0DCAD5E6D1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9182054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50" Type="http://schemas.openxmlformats.org/officeDocument/2006/relationships/slideLayout" Target="../slideLayouts/slideLayout50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52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8" Type="http://schemas.openxmlformats.org/officeDocument/2006/relationships/slideLayout" Target="../slideLayouts/slideLayout8.xml"/><Relationship Id="rId51" Type="http://schemas.openxmlformats.org/officeDocument/2006/relationships/slideLayout" Target="../slideLayouts/slideLayout51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02920"/>
            <a:ext cx="10954512" cy="119786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12648" y="1801368"/>
            <a:ext cx="10954512" cy="448056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12648" y="6318504"/>
            <a:ext cx="4096512" cy="36576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5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430768" y="6318504"/>
            <a:ext cx="3136392" cy="36576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50">
                <a:solidFill>
                  <a:schemeClr val="tx1"/>
                </a:solidFill>
              </a:defRPr>
            </a:lvl1pPr>
          </a:lstStyle>
          <a:p>
            <a:fld id="{FD1C4689-B28D-4D3C-8B05-9ABB967E2A3E}" type="datetime1">
              <a:rPr lang="en-US" smtClean="0"/>
              <a:t>2/25/2026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84864" y="6318504"/>
            <a:ext cx="493776" cy="36576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50"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751144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56" r:id="rId1"/>
    <p:sldLayoutId id="2147483857" r:id="rId2"/>
    <p:sldLayoutId id="2147483807" r:id="rId3"/>
    <p:sldLayoutId id="2147483808" r:id="rId4"/>
    <p:sldLayoutId id="2147483809" r:id="rId5"/>
    <p:sldLayoutId id="2147483810" r:id="rId6"/>
    <p:sldLayoutId id="2147483811" r:id="rId7"/>
    <p:sldLayoutId id="2147483812" r:id="rId8"/>
    <p:sldLayoutId id="2147483813" r:id="rId9"/>
    <p:sldLayoutId id="2147483814" r:id="rId10"/>
    <p:sldLayoutId id="2147483815" r:id="rId11"/>
    <p:sldLayoutId id="2147483816" r:id="rId12"/>
    <p:sldLayoutId id="2147483817" r:id="rId13"/>
    <p:sldLayoutId id="2147483818" r:id="rId14"/>
    <p:sldLayoutId id="2147483819" r:id="rId15"/>
    <p:sldLayoutId id="2147483820" r:id="rId16"/>
    <p:sldLayoutId id="2147483821" r:id="rId17"/>
    <p:sldLayoutId id="2147483822" r:id="rId18"/>
    <p:sldLayoutId id="2147483823" r:id="rId19"/>
    <p:sldLayoutId id="2147483824" r:id="rId20"/>
    <p:sldLayoutId id="2147483825" r:id="rId21"/>
    <p:sldLayoutId id="2147483826" r:id="rId22"/>
    <p:sldLayoutId id="2147483827" r:id="rId23"/>
    <p:sldLayoutId id="2147483828" r:id="rId24"/>
    <p:sldLayoutId id="2147483829" r:id="rId25"/>
    <p:sldLayoutId id="2147483830" r:id="rId26"/>
    <p:sldLayoutId id="2147483831" r:id="rId27"/>
    <p:sldLayoutId id="2147483832" r:id="rId28"/>
    <p:sldLayoutId id="2147483833" r:id="rId29"/>
    <p:sldLayoutId id="2147483834" r:id="rId30"/>
    <p:sldLayoutId id="2147483835" r:id="rId31"/>
    <p:sldLayoutId id="2147483836" r:id="rId32"/>
    <p:sldLayoutId id="2147483837" r:id="rId33"/>
    <p:sldLayoutId id="2147483838" r:id="rId34"/>
    <p:sldLayoutId id="2147483839" r:id="rId35"/>
    <p:sldLayoutId id="2147483840" r:id="rId36"/>
    <p:sldLayoutId id="2147483841" r:id="rId37"/>
    <p:sldLayoutId id="2147483842" r:id="rId38"/>
    <p:sldLayoutId id="2147483843" r:id="rId39"/>
    <p:sldLayoutId id="2147483844" r:id="rId40"/>
    <p:sldLayoutId id="2147483845" r:id="rId41"/>
    <p:sldLayoutId id="2147483846" r:id="rId42"/>
    <p:sldLayoutId id="2147483847" r:id="rId43"/>
    <p:sldLayoutId id="2147483848" r:id="rId44"/>
    <p:sldLayoutId id="2147483849" r:id="rId45"/>
    <p:sldLayoutId id="2147483850" r:id="rId46"/>
    <p:sldLayoutId id="2147483851" r:id="rId47"/>
    <p:sldLayoutId id="2147483852" r:id="rId48"/>
    <p:sldLayoutId id="2147483853" r:id="rId49"/>
    <p:sldLayoutId id="2147483854" r:id="rId50"/>
    <p:sldLayoutId id="2147483855" r:id="rId5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systemdr.substack.com/p/in-memory-databases-when-and-why" TargetMode="External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learn.microsoft.com/en-us/ssms/install/install" TargetMode="External"/><Relationship Id="rId2" Type="http://schemas.openxmlformats.org/officeDocument/2006/relationships/hyperlink" Target="https://www.microsoft.com/en-us/sql-server/sql-server-downloads" TargetMode="External"/><Relationship Id="rId1" Type="http://schemas.openxmlformats.org/officeDocument/2006/relationships/slideLayout" Target="../slideLayouts/slideLayout44.xml"/><Relationship Id="rId5" Type="http://schemas.openxmlformats.org/officeDocument/2006/relationships/image" Target="../media/image14.png"/><Relationship Id="rId4" Type="http://schemas.openxmlformats.org/officeDocument/2006/relationships/hyperlink" Target="https://github.com/Microsoft/sql-server-samples/releases/tag/wide-world-importers-v1.0" TargetMode="Externa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4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59AA00-127F-33A9-EA7F-053C7A3BE9E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648" y="502920"/>
            <a:ext cx="5852160" cy="2953512"/>
          </a:xfrm>
        </p:spPr>
        <p:txBody>
          <a:bodyPr anchor="t">
            <a:normAutofit/>
          </a:bodyPr>
          <a:lstStyle/>
          <a:p>
            <a:r>
              <a:rPr lang="de-CH" dirty="0"/>
              <a:t>Memory </a:t>
            </a:r>
            <a:r>
              <a:rPr lang="de-CH" dirty="0" err="1"/>
              <a:t>Optimized</a:t>
            </a:r>
            <a:r>
              <a:rPr lang="de-CH" dirty="0"/>
              <a:t> </a:t>
            </a:r>
            <a:r>
              <a:rPr lang="de-CH" dirty="0" err="1"/>
              <a:t>Tables</a:t>
            </a:r>
            <a:r>
              <a:rPr lang="de-CH" dirty="0"/>
              <a:t> (</a:t>
            </a:r>
            <a:r>
              <a:rPr lang="de-CH" dirty="0" err="1"/>
              <a:t>MOT</a:t>
            </a:r>
            <a:r>
              <a:rPr lang="de-CH" dirty="0"/>
              <a:t>) in Microsoft SQL</a:t>
            </a:r>
            <a:endParaRPr lang="en-CH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734D9AB-112F-50A4-C317-3709D9E0F5E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12648" y="4544568"/>
            <a:ext cx="4681728" cy="1591056"/>
          </a:xfrm>
        </p:spPr>
        <p:txBody>
          <a:bodyPr anchor="ctr">
            <a:normAutofit/>
          </a:bodyPr>
          <a:lstStyle/>
          <a:p>
            <a:r>
              <a:rPr lang="de-CH" dirty="0"/>
              <a:t>25/02/2026</a:t>
            </a:r>
          </a:p>
          <a:p>
            <a:endParaRPr lang="en-CH" dirty="0"/>
          </a:p>
        </p:txBody>
      </p:sp>
      <p:sp>
        <p:nvSpPr>
          <p:cNvPr id="13" name="Picture Placeholder 3">
            <a:extLst>
              <a:ext uri="{FF2B5EF4-FFF2-40B4-BE49-F238E27FC236}">
                <a16:creationId xmlns:a16="http://schemas.microsoft.com/office/drawing/2014/main" id="{2D44951E-C99D-7082-016F-D3A1030E441F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534656" y="0"/>
            <a:ext cx="4654296" cy="6858000"/>
          </a:xfrm>
        </p:spPr>
        <p:txBody>
          <a:bodyPr/>
          <a:lstStyle/>
          <a:p>
            <a:endParaRPr lang="en-CH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3EB62A9-81C6-FE83-3C50-C6CDF08F3820}"/>
              </a:ext>
            </a:extLst>
          </p:cNvPr>
          <p:cNvSpPr txBox="1"/>
          <p:nvPr/>
        </p:nvSpPr>
        <p:spPr>
          <a:xfrm>
            <a:off x="529389" y="6458552"/>
            <a:ext cx="619615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H" sz="1200" dirty="0"/>
              <a:t>https://github.com/vjaeggi/MemoryOptimizedTables_SQL</a:t>
            </a:r>
          </a:p>
        </p:txBody>
      </p:sp>
    </p:spTree>
    <p:extLst>
      <p:ext uri="{BB962C8B-B14F-4D97-AF65-F5344CB8AC3E}">
        <p14:creationId xmlns:p14="http://schemas.microsoft.com/office/powerpoint/2010/main" val="390439550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93DF1A-EFA6-76D2-968F-BFD871C7DA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8368" y="2103120"/>
            <a:ext cx="3666744" cy="2624328"/>
          </a:xfrm>
        </p:spPr>
        <p:txBody>
          <a:bodyPr anchor="ctr">
            <a:normAutofit/>
          </a:bodyPr>
          <a:lstStyle/>
          <a:p>
            <a:r>
              <a:rPr lang="de-CH" dirty="0"/>
              <a:t>Aufgabe</a:t>
            </a:r>
            <a:endParaRPr lang="en-CH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E58EA86D-5FBC-2C82-D46B-C26A54C026CE}"/>
              </a:ext>
            </a:extLst>
          </p:cNvPr>
          <p:cNvGraphicFramePr>
            <a:graphicFrameLocks noGrp="1"/>
          </p:cNvGraphicFramePr>
          <p:nvPr>
            <p:ph sz="quarter" idx="13"/>
            <p:extLst>
              <p:ext uri="{D42A27DB-BD31-4B8C-83A1-F6EECF244321}">
                <p14:modId xmlns:p14="http://schemas.microsoft.com/office/powerpoint/2010/main" val="1872737493"/>
              </p:ext>
              <p:ext uri="{E7BDC344-281C-4309-B0C6-D0EE65EED2A8}">
                <p202:designPr xmlns:p202="http://schemas.microsoft.com/office/powerpoint/2020/02/main">
                  <p202:designTagLst>
                    <p202:designTag name="ARCH:1:CLS" val="StackedSequentialRowTable"/>
                  </p202:designTagLst>
                </p202:designPr>
              </p:ext>
            </p:extLst>
          </p:nvPr>
        </p:nvGraphicFramePr>
        <p:xfrm>
          <a:off x="6057702" y="1174385"/>
          <a:ext cx="5509458" cy="3607384"/>
        </p:xfrm>
        <a:graphic>
          <a:graphicData uri="http://schemas.openxmlformats.org/drawingml/2006/table">
            <a:tbl>
              <a:tblPr bandRow="1">
                <a:noFill/>
                <a:tableStyleId>{5C22544A-7EE6-4342-B048-85BDC9FD1C3A}</a:tableStyleId>
              </a:tblPr>
              <a:tblGrid>
                <a:gridCol w="1938074">
                  <a:extLst>
                    <a:ext uri="{9D8B030D-6E8A-4147-A177-3AD203B41FA5}">
                      <a16:colId xmlns:a16="http://schemas.microsoft.com/office/drawing/2014/main" val="2308814322"/>
                    </a:ext>
                  </a:extLst>
                </a:gridCol>
                <a:gridCol w="3571384">
                  <a:extLst>
                    <a:ext uri="{9D8B030D-6E8A-4147-A177-3AD203B41FA5}">
                      <a16:colId xmlns:a16="http://schemas.microsoft.com/office/drawing/2014/main" val="3832903153"/>
                    </a:ext>
                  </a:extLst>
                </a:gridCol>
              </a:tblGrid>
              <a:tr h="90184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CH" sz="3100" b="1" cap="none" spc="0">
                          <a:solidFill>
                            <a:schemeClr val="accent1"/>
                          </a:solidFill>
                        </a:rPr>
                        <a:t>01</a:t>
                      </a:r>
                    </a:p>
                  </a:txBody>
                  <a:tcPr marL="134381" marR="134381" marT="134381" marB="134381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noFill/>
                      <a:prstDash val="soli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2000" b="0" cap="none" spc="0" dirty="0">
                          <a:solidFill>
                            <a:schemeClr val="tx1"/>
                          </a:solidFill>
                        </a:rPr>
                        <a:t>Disk vs in Memory Optimized  Table</a:t>
                      </a:r>
                    </a:p>
                  </a:txBody>
                  <a:tcPr marL="134381" marR="134381" marT="134381" marB="134381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noFill/>
                      <a:prstDash val="soli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7209286"/>
                  </a:ext>
                </a:extLst>
              </a:tr>
              <a:tr h="90184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CH" sz="3100" b="1" cap="none" spc="0">
                          <a:solidFill>
                            <a:schemeClr val="accent1"/>
                          </a:solidFill>
                        </a:rPr>
                        <a:t>02</a:t>
                      </a:r>
                    </a:p>
                  </a:txBody>
                  <a:tcPr marL="134381" marR="134381" marT="134381" marB="134381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2000" b="0" cap="none" spc="0" dirty="0" err="1">
                          <a:solidFill>
                            <a:schemeClr val="tx1"/>
                          </a:solidFill>
                        </a:rPr>
                        <a:t>Kurzdemo</a:t>
                      </a:r>
                      <a:r>
                        <a:rPr lang="en-US" sz="2000" b="0" cap="none" spc="0" dirty="0">
                          <a:solidFill>
                            <a:schemeClr val="tx1"/>
                          </a:solidFill>
                        </a:rPr>
                        <a:t> Performance in SSMS 2022</a:t>
                      </a:r>
                    </a:p>
                  </a:txBody>
                  <a:tcPr marL="134381" marR="134381" marT="134381" marB="134381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29217168"/>
                  </a:ext>
                </a:extLst>
              </a:tr>
              <a:tr h="90184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CH" sz="3100" b="1" cap="none" spc="0">
                          <a:solidFill>
                            <a:schemeClr val="accent1"/>
                          </a:solidFill>
                        </a:rPr>
                        <a:t>03</a:t>
                      </a:r>
                    </a:p>
                  </a:txBody>
                  <a:tcPr marL="134381" marR="134381" marT="134381" marB="134381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2000" b="0" cap="none" spc="0" dirty="0">
                          <a:solidFill>
                            <a:schemeClr val="tx1"/>
                          </a:solidFill>
                        </a:rPr>
                        <a:t>Vor – und </a:t>
                      </a:r>
                      <a:r>
                        <a:rPr lang="en-US" sz="2000" b="0" cap="none" spc="0" dirty="0" err="1">
                          <a:solidFill>
                            <a:schemeClr val="tx1"/>
                          </a:solidFill>
                        </a:rPr>
                        <a:t>Nachteile</a:t>
                      </a:r>
                      <a:r>
                        <a:rPr lang="en-US" sz="2000" b="0" cap="none" spc="0" dirty="0">
                          <a:solidFill>
                            <a:schemeClr val="tx1"/>
                          </a:solidFill>
                        </a:rPr>
                        <a:t> Memory Optimized Table</a:t>
                      </a:r>
                    </a:p>
                  </a:txBody>
                  <a:tcPr marL="134381" marR="134381" marT="134381" marB="134381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6808265"/>
                  </a:ext>
                </a:extLst>
              </a:tr>
              <a:tr h="90184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CH" sz="3100" b="1" cap="none" spc="0" dirty="0">
                          <a:solidFill>
                            <a:schemeClr val="accent1"/>
                          </a:solidFill>
                        </a:rPr>
                        <a:t>04</a:t>
                      </a:r>
                      <a:endParaRPr lang="en-CH" sz="3100" b="1" cap="none" spc="0" dirty="0">
                        <a:solidFill>
                          <a:schemeClr val="accent1"/>
                        </a:solidFill>
                      </a:endParaRPr>
                    </a:p>
                  </a:txBody>
                  <a:tcPr marL="134381" marR="134381" marT="134381" marB="134381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2000" b="0" cap="none" spc="0" dirty="0" err="1">
                          <a:solidFill>
                            <a:schemeClr val="tx1"/>
                          </a:solidFill>
                        </a:rPr>
                        <a:t>Beispiel</a:t>
                      </a:r>
                      <a:r>
                        <a:rPr lang="en-US" sz="2000" b="0" cap="none" spc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sz="2000" b="0" cap="none" spc="0" dirty="0" err="1">
                          <a:solidFill>
                            <a:schemeClr val="tx1"/>
                          </a:solidFill>
                        </a:rPr>
                        <a:t>Nachteil</a:t>
                      </a:r>
                      <a:r>
                        <a:rPr lang="en-US" sz="2000" b="0" cap="none" spc="0" dirty="0">
                          <a:solidFill>
                            <a:schemeClr val="tx1"/>
                          </a:solidFill>
                        </a:rPr>
                        <a:t> Memory Optimized Table</a:t>
                      </a:r>
                    </a:p>
                  </a:txBody>
                  <a:tcPr marL="134381" marR="134381" marT="134381" marB="134381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1184233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3253604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444A5C-24CA-63A6-9B49-75F430C32E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Unterschied «</a:t>
            </a:r>
            <a:r>
              <a:rPr lang="de-CH" dirty="0" err="1"/>
              <a:t>disk</a:t>
            </a:r>
            <a:r>
              <a:rPr lang="de-CH" dirty="0"/>
              <a:t> </a:t>
            </a:r>
            <a:r>
              <a:rPr lang="de-CH" dirty="0" err="1"/>
              <a:t>tables</a:t>
            </a:r>
            <a:r>
              <a:rPr lang="de-CH" dirty="0"/>
              <a:t>» </a:t>
            </a:r>
            <a:r>
              <a:rPr lang="de-CH" dirty="0" err="1"/>
              <a:t>vs</a:t>
            </a:r>
            <a:r>
              <a:rPr lang="de-CH" dirty="0"/>
              <a:t> «</a:t>
            </a:r>
            <a:r>
              <a:rPr lang="de-CH" dirty="0" err="1"/>
              <a:t>memory</a:t>
            </a:r>
            <a:r>
              <a:rPr lang="de-CH" dirty="0"/>
              <a:t> </a:t>
            </a:r>
            <a:r>
              <a:rPr lang="de-CH" dirty="0" err="1"/>
              <a:t>optimized</a:t>
            </a:r>
            <a:r>
              <a:rPr lang="de-CH" dirty="0"/>
              <a:t> </a:t>
            </a:r>
            <a:r>
              <a:rPr lang="de-CH" dirty="0" err="1"/>
              <a:t>tables</a:t>
            </a:r>
            <a:r>
              <a:rPr lang="de-CH" dirty="0"/>
              <a:t>»</a:t>
            </a:r>
            <a:endParaRPr lang="en-CH" dirty="0"/>
          </a:p>
        </p:txBody>
      </p:sp>
      <p:pic>
        <p:nvPicPr>
          <p:cNvPr id="1026" name="Picture 2" descr="In-Memory Databases: When and Why to Use Them">
            <a:extLst>
              <a:ext uri="{FF2B5EF4-FFF2-40B4-BE49-F238E27FC236}">
                <a16:creationId xmlns:a16="http://schemas.microsoft.com/office/drawing/2014/main" id="{495C247A-E3B9-55A1-235F-C2866DD9EFB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03633" y="2126783"/>
            <a:ext cx="6984733" cy="43654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CA32D2DB-6F73-9900-7CAE-C07CB8C91C49}"/>
              </a:ext>
            </a:extLst>
          </p:cNvPr>
          <p:cNvSpPr txBox="1"/>
          <p:nvPr/>
        </p:nvSpPr>
        <p:spPr>
          <a:xfrm>
            <a:off x="2745088" y="6456575"/>
            <a:ext cx="77406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1000" dirty="0"/>
              <a:t>Quelle: </a:t>
            </a:r>
            <a:r>
              <a:rPr lang="de-CH" sz="1000" dirty="0">
                <a:hlinkClick r:id="rId3"/>
              </a:rPr>
              <a:t>https://systemdr.substack.com/p/in-memory-databases-when-and-why</a:t>
            </a:r>
            <a:r>
              <a:rPr lang="de-CH" sz="1000" dirty="0"/>
              <a:t>, letzter Zugriff: 24/02/2026</a:t>
            </a:r>
            <a:endParaRPr lang="en-CH" sz="1000" dirty="0"/>
          </a:p>
        </p:txBody>
      </p:sp>
    </p:spTree>
    <p:extLst>
      <p:ext uri="{BB962C8B-B14F-4D97-AF65-F5344CB8AC3E}">
        <p14:creationId xmlns:p14="http://schemas.microsoft.com/office/powerpoint/2010/main" val="23741552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D0AD75-039D-AE66-1CC5-BED503DEB4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433948-C206-F3B9-26AF-17FFFC03AA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Unterschied «</a:t>
            </a:r>
            <a:r>
              <a:rPr lang="de-CH" dirty="0" err="1"/>
              <a:t>disk</a:t>
            </a:r>
            <a:r>
              <a:rPr lang="de-CH" dirty="0"/>
              <a:t> </a:t>
            </a:r>
            <a:r>
              <a:rPr lang="de-CH" dirty="0" err="1"/>
              <a:t>tables</a:t>
            </a:r>
            <a:r>
              <a:rPr lang="de-CH" dirty="0"/>
              <a:t>» </a:t>
            </a:r>
            <a:r>
              <a:rPr lang="de-CH" dirty="0" err="1"/>
              <a:t>vs</a:t>
            </a:r>
            <a:r>
              <a:rPr lang="de-CH" dirty="0"/>
              <a:t> «</a:t>
            </a:r>
            <a:r>
              <a:rPr lang="de-CH" dirty="0" err="1"/>
              <a:t>memory</a:t>
            </a:r>
            <a:r>
              <a:rPr lang="de-CH" dirty="0"/>
              <a:t> </a:t>
            </a:r>
            <a:r>
              <a:rPr lang="de-CH" dirty="0" err="1"/>
              <a:t>optimized</a:t>
            </a:r>
            <a:r>
              <a:rPr lang="de-CH" dirty="0"/>
              <a:t> </a:t>
            </a:r>
            <a:r>
              <a:rPr lang="de-CH" dirty="0" err="1"/>
              <a:t>tables</a:t>
            </a:r>
            <a:r>
              <a:rPr lang="de-CH" dirty="0"/>
              <a:t>»</a:t>
            </a:r>
            <a:endParaRPr lang="en-CH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CAD947D-13B8-E528-66D2-E83F52B32A0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de-DE" sz="1500" b="1" dirty="0"/>
              <a:t>Disk-basierte </a:t>
            </a:r>
            <a:r>
              <a:rPr lang="de-DE" sz="1500" b="1" dirty="0" err="1"/>
              <a:t>Tables</a:t>
            </a:r>
            <a:endParaRPr lang="de-DE" sz="1500" b="1" dirty="0"/>
          </a:p>
          <a:p>
            <a:r>
              <a:rPr lang="en-GB" sz="1500" dirty="0"/>
              <a:t>Page-/</a:t>
            </a:r>
            <a:r>
              <a:rPr lang="en-GB" sz="1500" dirty="0" err="1"/>
              <a:t>Bufferpool-basiert</a:t>
            </a:r>
            <a:r>
              <a:rPr lang="en-GB" sz="1500" dirty="0"/>
              <a:t> (8-KB Pages auf Disk, Caching </a:t>
            </a:r>
            <a:r>
              <a:rPr lang="en-GB" sz="1500" dirty="0" err="1"/>
              <a:t>im</a:t>
            </a:r>
            <a:r>
              <a:rPr lang="en-GB" sz="1500" dirty="0"/>
              <a:t> Buffer Pool) </a:t>
            </a:r>
          </a:p>
          <a:p>
            <a:r>
              <a:rPr lang="en-US" sz="1500" dirty="0"/>
              <a:t>B-Tree </a:t>
            </a:r>
            <a:r>
              <a:rPr lang="en-US" sz="1500" dirty="0" err="1"/>
              <a:t>Rowstore</a:t>
            </a:r>
            <a:r>
              <a:rPr lang="en-US" sz="1500" dirty="0"/>
              <a:t> (Clustered/</a:t>
            </a:r>
            <a:r>
              <a:rPr lang="en-US" sz="1500" dirty="0" err="1"/>
              <a:t>Nonclustered</a:t>
            </a:r>
            <a:r>
              <a:rPr lang="en-US" sz="1500" dirty="0"/>
              <a:t>), optional </a:t>
            </a:r>
            <a:r>
              <a:rPr lang="en-US" sz="1500" dirty="0" err="1"/>
              <a:t>Columnstore</a:t>
            </a:r>
            <a:r>
              <a:rPr lang="en-US" sz="1500" dirty="0"/>
              <a:t> für Analytics </a:t>
            </a:r>
            <a:r>
              <a:rPr lang="de-DE" sz="1500" dirty="0"/>
              <a:t> (</a:t>
            </a:r>
            <a:r>
              <a:rPr lang="en-GB" sz="1500" dirty="0"/>
              <a:t>Batch Mode, </a:t>
            </a:r>
            <a:r>
              <a:rPr lang="en-GB" sz="1500" dirty="0" err="1"/>
              <a:t>Kompression</a:t>
            </a:r>
            <a:r>
              <a:rPr lang="en-GB" sz="1500" dirty="0"/>
              <a:t>)</a:t>
            </a:r>
            <a:endParaRPr lang="de-DE" sz="1500" dirty="0"/>
          </a:p>
          <a:p>
            <a:r>
              <a:rPr lang="en-GB" sz="1500" dirty="0"/>
              <a:t>Locking + Latching (Pessimistic Concurrency)</a:t>
            </a:r>
          </a:p>
          <a:p>
            <a:r>
              <a:rPr lang="en-GB" sz="1500" dirty="0"/>
              <a:t>Write-Ahead Logging: Pages/</a:t>
            </a:r>
            <a:r>
              <a:rPr lang="en-GB" sz="1500" dirty="0" err="1"/>
              <a:t>Änderungen</a:t>
            </a:r>
            <a:r>
              <a:rPr lang="en-GB" sz="1500" dirty="0"/>
              <a:t> </a:t>
            </a:r>
            <a:r>
              <a:rPr lang="en-GB" sz="1500" dirty="0" err="1"/>
              <a:t>werden</a:t>
            </a:r>
            <a:r>
              <a:rPr lang="en-GB" sz="1500" dirty="0"/>
              <a:t> </a:t>
            </a:r>
            <a:r>
              <a:rPr lang="en-GB" sz="1500" dirty="0" err="1"/>
              <a:t>geloggt</a:t>
            </a:r>
            <a:r>
              <a:rPr lang="en-GB" sz="1500" dirty="0"/>
              <a:t> → stabile Recovery</a:t>
            </a:r>
          </a:p>
          <a:p>
            <a:pPr lvl="1"/>
            <a:r>
              <a:rPr lang="en-GB" sz="1300" dirty="0"/>
              <a:t>Page </a:t>
            </a:r>
            <a:r>
              <a:rPr lang="en-GB" sz="1300" dirty="0" err="1"/>
              <a:t>Fragmentierung</a:t>
            </a:r>
            <a:r>
              <a:rPr lang="en-GB" sz="1300" dirty="0"/>
              <a:t> (Rebuild/Reorg von </a:t>
            </a:r>
            <a:r>
              <a:rPr lang="en-GB" sz="1300" dirty="0" err="1"/>
              <a:t>Indexen</a:t>
            </a:r>
            <a:r>
              <a:rPr lang="en-GB" sz="1300" dirty="0"/>
              <a:t>)</a:t>
            </a:r>
          </a:p>
          <a:p>
            <a:r>
              <a:rPr lang="de-DE" sz="1500" dirty="0"/>
              <a:t>Bevorzugt bei großen Scans/Aggregationen/Reporting &amp; sehr großen Datenmengen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C012701-2DCD-1B3C-67B8-A27351E3842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GB" b="1" dirty="0"/>
              <a:t>Memory-Optimized Tables</a:t>
            </a:r>
            <a:endParaRPr lang="en-GB" dirty="0"/>
          </a:p>
          <a:p>
            <a:r>
              <a:rPr lang="de-DE" dirty="0"/>
              <a:t>Daten liegen im RAM</a:t>
            </a:r>
          </a:p>
          <a:p>
            <a:r>
              <a:rPr lang="de-DE" dirty="0" err="1"/>
              <a:t>Durability</a:t>
            </a:r>
            <a:r>
              <a:rPr lang="de-DE" dirty="0"/>
              <a:t>: </a:t>
            </a:r>
            <a:r>
              <a:rPr lang="de-DE" dirty="0" err="1"/>
              <a:t>SCHEMA_ONLY</a:t>
            </a:r>
            <a:r>
              <a:rPr lang="de-DE" dirty="0"/>
              <a:t> (nur Schema) oder </a:t>
            </a:r>
            <a:r>
              <a:rPr lang="de-DE" dirty="0" err="1"/>
              <a:t>SCHEMA_AND_DATA</a:t>
            </a:r>
            <a:r>
              <a:rPr lang="de-DE" dirty="0"/>
              <a:t> (persistiert über Checkpoint-Dateien)</a:t>
            </a:r>
          </a:p>
          <a:p>
            <a:r>
              <a:rPr lang="en-GB" dirty="0"/>
              <a:t>Lock-/Latch-</a:t>
            </a:r>
            <a:r>
              <a:rPr lang="en-GB" dirty="0" err="1"/>
              <a:t>frei</a:t>
            </a:r>
            <a:r>
              <a:rPr lang="en-GB" dirty="0"/>
              <a:t>, </a:t>
            </a:r>
            <a:r>
              <a:rPr lang="en-GB" dirty="0" err="1"/>
              <a:t>optimistische</a:t>
            </a:r>
            <a:r>
              <a:rPr lang="en-GB" dirty="0"/>
              <a:t> multi-version Concurrency-Modell MVCC-</a:t>
            </a:r>
            <a:r>
              <a:rPr lang="en-GB" dirty="0" err="1"/>
              <a:t>Struktur</a:t>
            </a:r>
            <a:endParaRPr lang="en-GB" dirty="0"/>
          </a:p>
          <a:p>
            <a:r>
              <a:rPr lang="en-US" dirty="0" err="1"/>
              <a:t>Indexe</a:t>
            </a:r>
            <a:r>
              <a:rPr lang="en-US" dirty="0"/>
              <a:t>: Hash (Point Lookups) </a:t>
            </a:r>
            <a:r>
              <a:rPr lang="en-US" dirty="0" err="1"/>
              <a:t>oder</a:t>
            </a:r>
            <a:r>
              <a:rPr lang="en-US" dirty="0"/>
              <a:t> Range (</a:t>
            </a:r>
            <a:r>
              <a:rPr lang="en-US" dirty="0" err="1"/>
              <a:t>Bw</a:t>
            </a:r>
            <a:r>
              <a:rPr lang="en-US" dirty="0"/>
              <a:t>-Tree); </a:t>
            </a:r>
            <a:r>
              <a:rPr lang="en-US" dirty="0" err="1"/>
              <a:t>keine</a:t>
            </a:r>
            <a:r>
              <a:rPr lang="en-US" dirty="0"/>
              <a:t> Page-</a:t>
            </a:r>
            <a:r>
              <a:rPr lang="en-US" dirty="0" err="1"/>
              <a:t>Fragmentierung</a:t>
            </a:r>
            <a:r>
              <a:rPr lang="en-GB" dirty="0"/>
              <a:t> </a:t>
            </a:r>
          </a:p>
          <a:p>
            <a:pPr lvl="1"/>
            <a:r>
              <a:rPr lang="en-GB" dirty="0"/>
              <a:t>Alte </a:t>
            </a:r>
            <a:r>
              <a:rPr lang="en-GB" dirty="0" err="1"/>
              <a:t>Zeilenversionen</a:t>
            </a:r>
            <a:r>
              <a:rPr lang="en-GB" dirty="0"/>
              <a:t> (</a:t>
            </a:r>
            <a:r>
              <a:rPr lang="en-GB" dirty="0" err="1"/>
              <a:t>durch</a:t>
            </a:r>
            <a:r>
              <a:rPr lang="en-GB" dirty="0"/>
              <a:t> MVCC) </a:t>
            </a:r>
            <a:r>
              <a:rPr lang="en-GB" dirty="0" err="1"/>
              <a:t>müssen</a:t>
            </a:r>
            <a:r>
              <a:rPr lang="en-GB" dirty="0"/>
              <a:t> </a:t>
            </a:r>
            <a:r>
              <a:rPr lang="en-GB" dirty="0" err="1"/>
              <a:t>mit</a:t>
            </a:r>
            <a:r>
              <a:rPr lang="en-GB" dirty="0"/>
              <a:t> Merge thread </a:t>
            </a:r>
            <a:r>
              <a:rPr lang="en-GB" dirty="0" err="1"/>
              <a:t>zusammengeführt</a:t>
            </a:r>
            <a:r>
              <a:rPr lang="en-GB" dirty="0"/>
              <a:t> </a:t>
            </a:r>
            <a:r>
              <a:rPr lang="en-GB" dirty="0" err="1"/>
              <a:t>werden</a:t>
            </a:r>
            <a:endParaRPr lang="en-GB" dirty="0"/>
          </a:p>
          <a:p>
            <a:r>
              <a:rPr lang="de-DE" dirty="0"/>
              <a:t>Ideal für hohe OLTP-</a:t>
            </a:r>
            <a:r>
              <a:rPr lang="de-DE" dirty="0" err="1"/>
              <a:t>Concurrency</a:t>
            </a:r>
            <a:r>
              <a:rPr lang="de-DE" dirty="0"/>
              <a:t> &amp; kurze Transaktionen</a:t>
            </a:r>
            <a:endParaRPr lang="en-GB" dirty="0"/>
          </a:p>
          <a:p>
            <a:endParaRPr lang="en-CH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21373E59-A7C9-BFB4-08BB-DC39FC4EDCD5}"/>
              </a:ext>
            </a:extLst>
          </p:cNvPr>
          <p:cNvSpPr txBox="1">
            <a:spLocks/>
          </p:cNvSpPr>
          <p:nvPr/>
        </p:nvSpPr>
        <p:spPr>
          <a:xfrm>
            <a:off x="612648" y="1631650"/>
            <a:ext cx="4060072" cy="179735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31588520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B45D51-721E-F586-DDFD-54F7CF1400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Erstellte Memory </a:t>
            </a:r>
            <a:r>
              <a:rPr lang="de-CH" dirty="0" err="1"/>
              <a:t>Optimized</a:t>
            </a:r>
            <a:r>
              <a:rPr lang="de-CH" dirty="0"/>
              <a:t> Table </a:t>
            </a:r>
            <a:endParaRPr lang="en-CH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8E728DD-E4C0-1593-B372-D1D68613DE9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CH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FBF58D2-16E8-8744-4C6F-C9C36D8A5E8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CH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EDAF02F-6B9A-944C-FFE9-E6356854DB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2664" y="2289512"/>
            <a:ext cx="6025605" cy="3572273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7579C38-5CF1-A103-F343-8F7F6B2A6D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20374" y="2289512"/>
            <a:ext cx="5658978" cy="3463319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F5F98E37-C8A3-D461-C76B-6F94DA9E18FB}"/>
              </a:ext>
            </a:extLst>
          </p:cNvPr>
          <p:cNvSpPr txBox="1"/>
          <p:nvPr/>
        </p:nvSpPr>
        <p:spPr>
          <a:xfrm>
            <a:off x="529389" y="6458552"/>
            <a:ext cx="619615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H" sz="1200" dirty="0"/>
              <a:t>https://github.com/vjaeggi/MemoryOptimizedTables_SQL</a:t>
            </a:r>
          </a:p>
        </p:txBody>
      </p:sp>
    </p:spTree>
    <p:extLst>
      <p:ext uri="{BB962C8B-B14F-4D97-AF65-F5344CB8AC3E}">
        <p14:creationId xmlns:p14="http://schemas.microsoft.com/office/powerpoint/2010/main" val="15674278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C3E433-A8DF-825B-9DB9-C664B8AA6D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4BFFC2-A881-D7FD-A72F-A2BEFA44C0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 err="1"/>
              <a:t>Kurzdemo</a:t>
            </a:r>
            <a:r>
              <a:rPr lang="de-CH" dirty="0"/>
              <a:t> Performance Vergleich </a:t>
            </a:r>
            <a:r>
              <a:rPr lang="de-CH" dirty="0" err="1"/>
              <a:t>SSMS</a:t>
            </a:r>
            <a:r>
              <a:rPr lang="de-CH" dirty="0"/>
              <a:t> 2022 </a:t>
            </a:r>
            <a:br>
              <a:rPr lang="en-US" dirty="0">
                <a:solidFill>
                  <a:schemeClr val="tx1"/>
                </a:solidFill>
              </a:rPr>
            </a:br>
            <a:endParaRPr lang="en-CH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F2EE5AC-CE26-E9B8-3647-F8A110D8DFD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marL="0" indent="0">
              <a:buNone/>
            </a:pPr>
            <a:r>
              <a:rPr lang="de-CH" dirty="0"/>
              <a:t>Set </a:t>
            </a:r>
            <a:r>
              <a:rPr lang="de-CH" dirty="0" err="1"/>
              <a:t>up</a:t>
            </a:r>
            <a:r>
              <a:rPr lang="de-CH" dirty="0"/>
              <a:t>:</a:t>
            </a:r>
          </a:p>
          <a:p>
            <a:pPr>
              <a:buFontTx/>
              <a:buChar char="-"/>
            </a:pPr>
            <a:r>
              <a:rPr lang="de-CH" dirty="0"/>
              <a:t>Windows SQL Server 2025 </a:t>
            </a:r>
            <a:r>
              <a:rPr lang="de-CH" dirty="0">
                <a:hlinkClick r:id="rId2"/>
              </a:rPr>
              <a:t>Developer</a:t>
            </a:r>
            <a:endParaRPr lang="de-CH" dirty="0"/>
          </a:p>
          <a:p>
            <a:pPr>
              <a:buFontTx/>
              <a:buChar char="-"/>
            </a:pPr>
            <a:r>
              <a:rPr lang="de-CH" dirty="0" err="1"/>
              <a:t>SSMS</a:t>
            </a:r>
            <a:r>
              <a:rPr lang="de-CH" dirty="0"/>
              <a:t> 2022: </a:t>
            </a:r>
            <a:r>
              <a:rPr lang="de-CH" dirty="0">
                <a:hlinkClick r:id="rId3"/>
              </a:rPr>
              <a:t>Download</a:t>
            </a:r>
            <a:endParaRPr lang="de-CH" dirty="0"/>
          </a:p>
          <a:p>
            <a:pPr>
              <a:buFontTx/>
              <a:buChar char="-"/>
            </a:pPr>
            <a:r>
              <a:rPr lang="de-CH" dirty="0"/>
              <a:t>Datenset: </a:t>
            </a:r>
            <a:r>
              <a:rPr lang="de-CH" dirty="0">
                <a:hlinkClick r:id="rId4"/>
              </a:rPr>
              <a:t>Wide World </a:t>
            </a:r>
            <a:r>
              <a:rPr lang="de-CH" dirty="0" err="1">
                <a:hlinkClick r:id="rId4"/>
              </a:rPr>
              <a:t>Importers</a:t>
            </a:r>
            <a:endParaRPr lang="en-CH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B78E56D0-45AD-947F-1350-177E4D9211D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15948" y="1978913"/>
            <a:ext cx="5351212" cy="421494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BE6AE895-3373-E405-3901-951DE9F3D2A3}"/>
              </a:ext>
            </a:extLst>
          </p:cNvPr>
          <p:cNvSpPr txBox="1"/>
          <p:nvPr/>
        </p:nvSpPr>
        <p:spPr>
          <a:xfrm>
            <a:off x="529389" y="6458552"/>
            <a:ext cx="619615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H" sz="1200" dirty="0"/>
              <a:t>https://github.com/vjaeggi/MemoryOptimizedTables_SQL</a:t>
            </a:r>
          </a:p>
        </p:txBody>
      </p:sp>
    </p:spTree>
    <p:extLst>
      <p:ext uri="{BB962C8B-B14F-4D97-AF65-F5344CB8AC3E}">
        <p14:creationId xmlns:p14="http://schemas.microsoft.com/office/powerpoint/2010/main" val="398101266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AAB87D-042C-9599-0E1E-901F1CB920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8F3BE6-32B3-569B-9511-F95682EEE5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Fazit Performance Vergleich (Laufzeiten)</a:t>
            </a:r>
            <a:br>
              <a:rPr lang="en-US" dirty="0">
                <a:solidFill>
                  <a:schemeClr val="tx1"/>
                </a:solidFill>
              </a:rPr>
            </a:br>
            <a:endParaRPr lang="en-CH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0AE6187-F2C6-1DE1-025F-A948A7E746F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marL="0" indent="0">
              <a:buNone/>
            </a:pPr>
            <a:r>
              <a:rPr lang="de-CH" dirty="0"/>
              <a:t>Bei einem simplen </a:t>
            </a:r>
            <a:r>
              <a:rPr lang="de-CH" dirty="0" err="1"/>
              <a:t>scan</a:t>
            </a:r>
            <a:r>
              <a:rPr lang="de-CH" dirty="0"/>
              <a:t> + </a:t>
            </a:r>
            <a:r>
              <a:rPr lang="de-CH" dirty="0" err="1"/>
              <a:t>sort</a:t>
            </a:r>
            <a:r>
              <a:rPr lang="de-CH" dirty="0"/>
              <a:t> keinen grossen Vorteil von </a:t>
            </a:r>
            <a:r>
              <a:rPr lang="de-CH" dirty="0" err="1"/>
              <a:t>MOT</a:t>
            </a:r>
            <a:r>
              <a:rPr lang="de-CH" dirty="0"/>
              <a:t>. </a:t>
            </a:r>
          </a:p>
          <a:p>
            <a:pPr marL="0" indent="0">
              <a:buNone/>
            </a:pPr>
            <a:endParaRPr lang="de-CH" dirty="0"/>
          </a:p>
          <a:p>
            <a:pPr marL="0" indent="0">
              <a:buNone/>
            </a:pPr>
            <a:r>
              <a:rPr lang="de-CH" dirty="0"/>
              <a:t>Grund: ist kein OLTP sondern eher </a:t>
            </a:r>
            <a:r>
              <a:rPr lang="de-CH" dirty="0" err="1"/>
              <a:t>scan</a:t>
            </a:r>
            <a:endParaRPr lang="de-CH" dirty="0"/>
          </a:p>
          <a:p>
            <a:pPr marL="0" indent="0">
              <a:buNone/>
            </a:pPr>
            <a:r>
              <a:rPr lang="de-CH" dirty="0"/>
              <a:t>Der Hash Index ist gut für </a:t>
            </a:r>
            <a:r>
              <a:rPr lang="de-CH" dirty="0" err="1"/>
              <a:t>point</a:t>
            </a:r>
            <a:r>
              <a:rPr lang="de-CH" dirty="0"/>
              <a:t> </a:t>
            </a:r>
            <a:r>
              <a:rPr lang="de-CH" dirty="0" err="1"/>
              <a:t>look</a:t>
            </a:r>
            <a:r>
              <a:rPr lang="de-CH" dirty="0"/>
              <a:t> </a:t>
            </a:r>
            <a:r>
              <a:rPr lang="de-CH" dirty="0" err="1"/>
              <a:t>up</a:t>
            </a:r>
            <a:r>
              <a:rPr lang="de-CH" dirty="0"/>
              <a:t> aber nicht für </a:t>
            </a:r>
            <a:r>
              <a:rPr lang="de-CH" dirty="0" err="1"/>
              <a:t>order</a:t>
            </a:r>
            <a:r>
              <a:rPr lang="de-CH" dirty="0"/>
              <a:t> </a:t>
            </a:r>
            <a:r>
              <a:rPr lang="de-CH" dirty="0" err="1"/>
              <a:t>by</a:t>
            </a:r>
            <a:r>
              <a:rPr lang="de-CH" dirty="0"/>
              <a:t> / </a:t>
            </a:r>
            <a:r>
              <a:rPr lang="de-CH" dirty="0" err="1"/>
              <a:t>range</a:t>
            </a:r>
            <a:r>
              <a:rPr lang="de-CH" dirty="0"/>
              <a:t> von grossen Tabellen</a:t>
            </a:r>
            <a:endParaRPr lang="en-CH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886748E-2E7F-DD4F-824A-BD1658CD26EF}"/>
              </a:ext>
            </a:extLst>
          </p:cNvPr>
          <p:cNvSpPr txBox="1"/>
          <p:nvPr/>
        </p:nvSpPr>
        <p:spPr>
          <a:xfrm>
            <a:off x="529389" y="6458552"/>
            <a:ext cx="619615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H" sz="1200" dirty="0"/>
              <a:t>https://github.com/vjaeggi/MemoryOptimizedTables_SQL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3C1FD02-19F6-AC5A-ADBC-6272ED31F8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00814" y="2030128"/>
            <a:ext cx="6223809" cy="43249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989097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2C703F-356B-6790-BD49-86B5C96258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13EDAB0-92BA-B0E8-8E92-256C22AAF7E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de-CH" b="1" dirty="0"/>
              <a:t>Vorteile «in Memory» Table</a:t>
            </a:r>
          </a:p>
          <a:p>
            <a:r>
              <a:rPr lang="en-GB" dirty="0"/>
              <a:t>Sehr schnell </a:t>
            </a:r>
            <a:r>
              <a:rPr lang="en-GB" dirty="0" err="1"/>
              <a:t>bei</a:t>
            </a:r>
            <a:r>
              <a:rPr lang="en-GB" dirty="0"/>
              <a:t> </a:t>
            </a:r>
            <a:r>
              <a:rPr lang="en-GB" dirty="0" err="1"/>
              <a:t>passenden</a:t>
            </a:r>
            <a:r>
              <a:rPr lang="en-GB" dirty="0"/>
              <a:t> </a:t>
            </a:r>
            <a:r>
              <a:rPr lang="en-GB" dirty="0" err="1"/>
              <a:t>OLTP</a:t>
            </a:r>
            <a:r>
              <a:rPr lang="en-GB" dirty="0"/>
              <a:t>-Workloads: </a:t>
            </a:r>
            <a:r>
              <a:rPr lang="en-GB" dirty="0" err="1"/>
              <a:t>viele</a:t>
            </a:r>
            <a:r>
              <a:rPr lang="en-GB" dirty="0"/>
              <a:t> </a:t>
            </a:r>
            <a:r>
              <a:rPr lang="en-GB" dirty="0" err="1"/>
              <a:t>kurze</a:t>
            </a:r>
            <a:r>
              <a:rPr lang="en-GB" dirty="0"/>
              <a:t> </a:t>
            </a:r>
            <a:r>
              <a:rPr lang="en-GB" dirty="0" err="1"/>
              <a:t>Transaktionen</a:t>
            </a:r>
            <a:r>
              <a:rPr lang="en-GB" dirty="0"/>
              <a:t>, „Hot Tables“, Session-/Queue-</a:t>
            </a:r>
            <a:r>
              <a:rPr lang="en-GB" dirty="0" err="1"/>
              <a:t>Tabellen</a:t>
            </a:r>
            <a:endParaRPr lang="en-GB" dirty="0"/>
          </a:p>
          <a:p>
            <a:r>
              <a:rPr lang="de-DE" dirty="0"/>
              <a:t>Lock-/Latch-frei (</a:t>
            </a:r>
            <a:r>
              <a:rPr lang="de-DE" dirty="0" err="1"/>
              <a:t>MVCC</a:t>
            </a:r>
            <a:r>
              <a:rPr lang="de-DE" dirty="0"/>
              <a:t>) → weniger Blocking, echte Parallelität möglich</a:t>
            </a:r>
            <a:endParaRPr lang="de-CH" dirty="0"/>
          </a:p>
          <a:p>
            <a:r>
              <a:rPr lang="de-DE" dirty="0"/>
              <a:t>CPU-/Cache-effiziente Datenstrukturen → weniger Engine-Overhead</a:t>
            </a:r>
          </a:p>
          <a:p>
            <a:r>
              <a:rPr lang="de-DE" dirty="0"/>
              <a:t>Vorhersagbare Latenz (kaum I/O-Varianz) → gut für strikte </a:t>
            </a:r>
            <a:r>
              <a:rPr lang="de-DE" dirty="0" err="1"/>
              <a:t>SLAs</a:t>
            </a:r>
            <a:endParaRPr lang="de-DE" dirty="0"/>
          </a:p>
          <a:p>
            <a:r>
              <a:rPr lang="de-DE" dirty="0"/>
              <a:t>Low-</a:t>
            </a:r>
            <a:r>
              <a:rPr lang="de-DE" dirty="0" err="1"/>
              <a:t>Latency</a:t>
            </a:r>
            <a:r>
              <a:rPr lang="de-DE" dirty="0"/>
              <a:t> (</a:t>
            </a:r>
            <a:r>
              <a:rPr lang="de-DE" dirty="0" err="1"/>
              <a:t>ms</a:t>
            </a:r>
            <a:r>
              <a:rPr lang="de-DE" dirty="0"/>
              <a:t>) </a:t>
            </a:r>
          </a:p>
          <a:p>
            <a:r>
              <a:rPr lang="de-DE" dirty="0"/>
              <a:t>Hohe Schreib- / Leseraten</a:t>
            </a:r>
          </a:p>
          <a:p>
            <a:pPr marL="0" indent="0">
              <a:buNone/>
            </a:pPr>
            <a:endParaRPr lang="de-CH" dirty="0"/>
          </a:p>
          <a:p>
            <a:pPr marL="0" indent="0">
              <a:buNone/>
            </a:pPr>
            <a:endParaRPr lang="de-CH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EB7F73D-6562-3767-79B6-BB7AD2175159}"/>
              </a:ext>
            </a:extLst>
          </p:cNvPr>
          <p:cNvSpPr txBox="1"/>
          <p:nvPr/>
        </p:nvSpPr>
        <p:spPr>
          <a:xfrm>
            <a:off x="529389" y="6458552"/>
            <a:ext cx="619615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H" sz="1200" dirty="0"/>
              <a:t>https://github.com/vjaeggi/MemoryOptimizedTables_SQL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C9F9AE33-FF9F-F082-6024-01F13B7728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Vor- und Nachteile  Memory </a:t>
            </a:r>
            <a:r>
              <a:rPr lang="de-CH" dirty="0" err="1"/>
              <a:t>Optimized</a:t>
            </a:r>
            <a:r>
              <a:rPr lang="de-CH" dirty="0"/>
              <a:t> Table</a:t>
            </a:r>
            <a:endParaRPr lang="en-CH" dirty="0"/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695D688A-C6E7-DE12-6A34-6AD9356B2CC8}"/>
              </a:ext>
            </a:extLst>
          </p:cNvPr>
          <p:cNvSpPr txBox="1">
            <a:spLocks/>
          </p:cNvSpPr>
          <p:nvPr/>
        </p:nvSpPr>
        <p:spPr>
          <a:xfrm>
            <a:off x="6174536" y="2170176"/>
            <a:ext cx="5166360" cy="4184904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de-CH" b="1" dirty="0"/>
              <a:t>Nachteile «in Memory» Table</a:t>
            </a:r>
          </a:p>
          <a:p>
            <a:r>
              <a:rPr lang="de-DE" dirty="0"/>
              <a:t>RAM ist der begrenzende Faktor (Daten + Indexe + Versionen)</a:t>
            </a:r>
          </a:p>
          <a:p>
            <a:r>
              <a:rPr lang="en-GB" dirty="0"/>
              <a:t>Design/Tuning </a:t>
            </a:r>
            <a:r>
              <a:rPr lang="en-GB" dirty="0" err="1"/>
              <a:t>wichtig</a:t>
            </a:r>
            <a:r>
              <a:rPr lang="en-GB" dirty="0"/>
              <a:t>: </a:t>
            </a:r>
            <a:r>
              <a:rPr lang="en-GB" dirty="0" err="1"/>
              <a:t>Indexwahl</a:t>
            </a:r>
            <a:r>
              <a:rPr lang="en-GB" dirty="0"/>
              <a:t> (Hash =  Lookups, Range = </a:t>
            </a:r>
            <a:r>
              <a:rPr lang="en-GB" dirty="0" err="1"/>
              <a:t>Bereiche</a:t>
            </a:r>
            <a:r>
              <a:rPr lang="en-GB" dirty="0"/>
              <a:t>/</a:t>
            </a:r>
            <a:r>
              <a:rPr lang="en-GB" dirty="0" err="1"/>
              <a:t>Sortierung</a:t>
            </a:r>
            <a:r>
              <a:rPr lang="en-GB" dirty="0"/>
              <a:t>), Bucket count</a:t>
            </a:r>
          </a:p>
          <a:p>
            <a:r>
              <a:rPr lang="de-DE" dirty="0"/>
              <a:t>Einschränkungen bei Datentypen/Features (je nach SQL-Version/Objekt)</a:t>
            </a:r>
          </a:p>
          <a:p>
            <a:r>
              <a:rPr lang="en-GB" dirty="0"/>
              <a:t>Recovery/</a:t>
            </a:r>
            <a:r>
              <a:rPr lang="en-GB" dirty="0" err="1"/>
              <a:t>Startverhalten</a:t>
            </a:r>
            <a:r>
              <a:rPr lang="en-GB" dirty="0"/>
              <a:t> </a:t>
            </a:r>
            <a:r>
              <a:rPr lang="en-GB" dirty="0" err="1"/>
              <a:t>beachten</a:t>
            </a:r>
            <a:r>
              <a:rPr lang="en-GB" dirty="0"/>
              <a:t>: „Cold Start“ = </a:t>
            </a:r>
            <a:r>
              <a:rPr lang="en-GB" dirty="0" err="1"/>
              <a:t>leerer</a:t>
            </a:r>
            <a:r>
              <a:rPr lang="en-GB" dirty="0"/>
              <a:t> cache, </a:t>
            </a:r>
            <a:r>
              <a:rPr lang="en-GB" dirty="0" err="1"/>
              <a:t>Persistenz</a:t>
            </a:r>
            <a:r>
              <a:rPr lang="en-GB" dirty="0"/>
              <a:t> </a:t>
            </a:r>
            <a:r>
              <a:rPr lang="en-GB" dirty="0" err="1"/>
              <a:t>über</a:t>
            </a:r>
            <a:r>
              <a:rPr lang="en-GB" dirty="0"/>
              <a:t> Checkpoint-</a:t>
            </a:r>
            <a:r>
              <a:rPr lang="en-GB" dirty="0" err="1"/>
              <a:t>Dateien</a:t>
            </a:r>
            <a:r>
              <a:rPr lang="en-GB" dirty="0"/>
              <a:t> → Load/Recovery </a:t>
            </a:r>
            <a:r>
              <a:rPr lang="en-GB" dirty="0" err="1"/>
              <a:t>planen</a:t>
            </a:r>
            <a:endParaRPr lang="en-GB" dirty="0"/>
          </a:p>
          <a:p>
            <a:r>
              <a:rPr lang="de-DE" dirty="0"/>
              <a:t>Memory </a:t>
            </a:r>
            <a:r>
              <a:rPr lang="de-DE" dirty="0" err="1"/>
              <a:t>Pressure</a:t>
            </a:r>
            <a:r>
              <a:rPr lang="de-DE" dirty="0"/>
              <a:t>/Fragmentierung möglich → Monitoring &amp; Wartung einplanen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371948562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19E908-FF56-80A1-1DB0-92C58CC60B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2126D008-C956-735F-189B-6307C9852D66}"/>
              </a:ext>
            </a:extLst>
          </p:cNvPr>
          <p:cNvSpPr txBox="1"/>
          <p:nvPr/>
        </p:nvSpPr>
        <p:spPr>
          <a:xfrm>
            <a:off x="529389" y="6458552"/>
            <a:ext cx="619615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H" sz="1200" dirty="0"/>
              <a:t>https://github.com/vjaeggi/MemoryOptimizedTables_SQL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EE97757E-FA24-EF40-84A0-232207D102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Beispiel Nachteil Memory </a:t>
            </a:r>
            <a:r>
              <a:rPr lang="de-CH" dirty="0" err="1"/>
              <a:t>Optimized</a:t>
            </a:r>
            <a:r>
              <a:rPr lang="de-CH" dirty="0"/>
              <a:t> </a:t>
            </a:r>
            <a:r>
              <a:rPr lang="de-CH" dirty="0" err="1"/>
              <a:t>vs</a:t>
            </a:r>
            <a:r>
              <a:rPr lang="de-CH" dirty="0"/>
              <a:t>  «in </a:t>
            </a:r>
            <a:r>
              <a:rPr lang="de-CH" dirty="0" err="1"/>
              <a:t>disk</a:t>
            </a:r>
            <a:r>
              <a:rPr lang="de-CH" dirty="0"/>
              <a:t>» Table</a:t>
            </a:r>
            <a:endParaRPr lang="en-CH" dirty="0"/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3F8B9DBB-D2C3-EDCD-B8FB-B9FEF895E9D9}"/>
              </a:ext>
            </a:extLst>
          </p:cNvPr>
          <p:cNvSpPr txBox="1">
            <a:spLocks/>
          </p:cNvSpPr>
          <p:nvPr/>
        </p:nvSpPr>
        <p:spPr>
          <a:xfrm>
            <a:off x="8827805" y="2170176"/>
            <a:ext cx="3147075" cy="41849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de-CH" dirty="0"/>
              <a:t>Die in </a:t>
            </a:r>
            <a:r>
              <a:rPr lang="de-CH" dirty="0" err="1"/>
              <a:t>disk</a:t>
            </a:r>
            <a:r>
              <a:rPr lang="de-CH" dirty="0"/>
              <a:t> Table schneller als </a:t>
            </a:r>
            <a:r>
              <a:rPr lang="de-CH" dirty="0" err="1"/>
              <a:t>MOT</a:t>
            </a:r>
            <a:r>
              <a:rPr lang="de-CH" dirty="0"/>
              <a:t> bei leeren Daten da </a:t>
            </a:r>
            <a:r>
              <a:rPr lang="de-CH" dirty="0" err="1"/>
              <a:t>MOT</a:t>
            </a:r>
            <a:r>
              <a:rPr lang="de-CH" dirty="0"/>
              <a:t> die gesamte Hash-Tabelle durchgehen (</a:t>
            </a:r>
            <a:r>
              <a:rPr lang="de-CH" dirty="0" err="1"/>
              <a:t>lookup</a:t>
            </a:r>
            <a:r>
              <a:rPr lang="de-CH" dirty="0"/>
              <a:t>) muss. 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de-CH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F7AF2A1-5D0A-133F-8176-A888800E25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7120" y="2028819"/>
            <a:ext cx="4304660" cy="439446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1B069E2F-F4F2-5186-42A0-0575F01A8B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30350" y="2767864"/>
            <a:ext cx="4027366" cy="32805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793935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460989-2BA5-C934-C371-59ABD89AF6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Anhang</a:t>
            </a:r>
            <a:endParaRPr lang="en-CH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A2A8983-D8EA-20E1-2432-E6FD03ED1257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3884400882"/>
      </p:ext>
    </p:extLst>
  </p:cSld>
  <p:clrMapOvr>
    <a:masterClrMapping/>
  </p:clrMapOvr>
</p:sld>
</file>

<file path=ppt/theme/theme1.xml><?xml version="1.0" encoding="utf-8"?>
<a:theme xmlns:a="http://schemas.openxmlformats.org/drawingml/2006/main" name="Chroma">
  <a:themeElements>
    <a:clrScheme name="Chroma">
      <a:dk1>
        <a:srgbClr val="131313"/>
      </a:dk1>
      <a:lt1>
        <a:sysClr val="window" lastClr="FFFFFF"/>
      </a:lt1>
      <a:dk2>
        <a:srgbClr val="0C233A"/>
      </a:dk2>
      <a:lt2>
        <a:srgbClr val="F5FAFD"/>
      </a:lt2>
      <a:accent1>
        <a:srgbClr val="4485DC"/>
      </a:accent1>
      <a:accent2>
        <a:srgbClr val="25AAD5"/>
      </a:accent2>
      <a:accent3>
        <a:srgbClr val="5BBEAC"/>
      </a:accent3>
      <a:accent4>
        <a:srgbClr val="6666E2"/>
      </a:accent4>
      <a:accent5>
        <a:srgbClr val="66C26C"/>
      </a:accent5>
      <a:accent6>
        <a:srgbClr val="10CF9B"/>
      </a:accent6>
      <a:hlink>
        <a:srgbClr val="4485DC"/>
      </a:hlink>
      <a:folHlink>
        <a:srgbClr val="25AAD5"/>
      </a:folHlink>
    </a:clrScheme>
    <a:fontScheme name="Custom 2">
      <a:majorFont>
        <a:latin typeface="Aptos Light"/>
        <a:ea typeface=""/>
        <a:cs typeface=""/>
      </a:majorFont>
      <a:minorFont>
        <a:latin typeface="Aptos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hroma" id="{DC2B181E-9B25-4FFB-A269-A81149E37B96}" vid="{FD28A279-D9A1-4F6C-9122-D382EE67827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380</TotalTime>
  <Words>601</Words>
  <Application>Microsoft Office PowerPoint</Application>
  <PresentationFormat>Widescreen</PresentationFormat>
  <Paragraphs>67</Paragraphs>
  <Slides>10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Aptos</vt:lpstr>
      <vt:lpstr>Aptos Light</vt:lpstr>
      <vt:lpstr>Arial</vt:lpstr>
      <vt:lpstr>Chroma</vt:lpstr>
      <vt:lpstr>Memory Optimized Tables (MOT) in Microsoft SQL</vt:lpstr>
      <vt:lpstr>Aufgabe</vt:lpstr>
      <vt:lpstr>Unterschied «disk tables» vs «memory optimized tables»</vt:lpstr>
      <vt:lpstr>Unterschied «disk tables» vs «memory optimized tables»</vt:lpstr>
      <vt:lpstr>Erstellte Memory Optimized Table </vt:lpstr>
      <vt:lpstr>Kurzdemo Performance Vergleich SSMS 2022  </vt:lpstr>
      <vt:lpstr>Fazit Performance Vergleich (Laufzeiten) </vt:lpstr>
      <vt:lpstr>Vor- und Nachteile  Memory Optimized Table</vt:lpstr>
      <vt:lpstr>Beispiel Nachteil Memory Optimized vs  «in disk» Table</vt:lpstr>
      <vt:lpstr>Anhang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Vera Jäggi</dc:creator>
  <cp:lastModifiedBy>Vera Jäggi</cp:lastModifiedBy>
  <cp:revision>10</cp:revision>
  <dcterms:created xsi:type="dcterms:W3CDTF">2026-02-24T14:12:01Z</dcterms:created>
  <dcterms:modified xsi:type="dcterms:W3CDTF">2026-02-25T07:13:57Z</dcterms:modified>
</cp:coreProperties>
</file>